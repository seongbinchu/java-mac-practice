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3866" autoAdjust="0"/>
    <p:restoredTop sz="94660"/>
  </p:normalViewPr>
  <p:slideViewPr>
    <p:cSldViewPr snapToGrid="0">
      <p:cViewPr varScale="1">
        <p:scale>
          <a:sx n="70" d="100"/>
          <a:sy n="70" d="100"/>
        </p:scale>
        <p:origin x="14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5E5BC8-B5D4-5B39-8A99-D6F64355A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CCB11C3-B8CE-2FB6-8C59-DAFF9BF2D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C4A379-2916-A5E0-F047-BA4A52E0B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6A81-1ED9-43B2-BF48-5BFDD51A32DB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E51DC6-3E17-B0B8-6BB9-4D56C22B3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820283-7579-A237-64CE-BF975D378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7561-AE69-4FA2-9975-80FD2D325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694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A5A11-9878-A615-4E62-0700457E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EBDAD3-D8C8-FCE1-5790-F9306252C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83D9B3-395C-AF86-E13F-EEDE781CC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6A81-1ED9-43B2-BF48-5BFDD51A32DB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C4640C-8CDF-C41E-4C3B-FDC6E138A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57C297-F179-2D64-8782-FABD4F50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7561-AE69-4FA2-9975-80FD2D325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549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1CA0C7-F1FB-4EFB-6DD1-D68120DA1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0E7C5D-E823-63B2-5122-C3456BF3C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6A44E3-269B-D351-31FC-8D91807AA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6A81-1ED9-43B2-BF48-5BFDD51A32DB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BDFE4D-A123-3D5E-7D25-704FE295D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D63008-53D2-77DD-FABE-DEDDF201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7561-AE69-4FA2-9975-80FD2D325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213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99168-33ED-7F44-5B55-60508331E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659B29-ABF6-7E76-4C48-8F77ECB9D8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5E88EE-C648-D06A-4DDA-B5C4314A4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6A03BA-B32A-EC05-55E1-DE4628620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6A81-1ED9-43B2-BF48-5BFDD51A32DB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2A395D-8760-4A70-761D-4498D0D16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2E2E78-8A22-F57E-EB8E-31A739AFF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7561-AE69-4FA2-9975-80FD2D325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217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E5FFD9-F042-8ED0-1401-9C1380AED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3FF9E2-3ECD-4844-89A9-4651C63AC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E99AC8-6F5C-4B09-8E10-22D3A3AFE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6B658B1-87B0-042E-5399-1D908CE0AA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5300065-FB2A-9F42-9DEF-C9FC232D3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959F555-29E8-4C35-C8A7-123097AED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6A81-1ED9-43B2-BF48-5BFDD51A32DB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ED73B45-E36E-8C45-940A-9A4EE713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9EDC15E-259E-D62E-6D12-078CC27FB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7561-AE69-4FA2-9975-80FD2D325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05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C97CD9-34DB-33A6-2DBE-C035E2DF2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407CF4-3A6D-1C39-9E80-30F176BF7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6A81-1ED9-43B2-BF48-5BFDD51A32DB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CB4C2E7-76AB-0E43-208D-3564F6542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7724C4-245C-2378-D9C3-5320D0E84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7561-AE69-4FA2-9975-80FD2D325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190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A8E423B-1959-B73E-B8DB-66A9BC0F3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6A81-1ED9-43B2-BF48-5BFDD51A32DB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AE52E2A-3363-D588-FAE2-1DE0375C1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B1FD05-8B14-BCD1-E3D8-499CD36C0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7561-AE69-4FA2-9975-80FD2D325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561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DDCF71-36F3-6A72-DDE9-3DD23F862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FDED81-3E5D-BF3C-409B-B364989DB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FB3949-AE52-5EA4-BBAC-762806A52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AC2619-B3A6-FC53-B6D2-59880EF4C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6A81-1ED9-43B2-BF48-5BFDD51A32DB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DD87A9-8F3E-8D91-D70A-B81746B92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6AB917-2A9C-8A35-89AE-E936A82D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7561-AE69-4FA2-9975-80FD2D325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444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3C5B2B-D5FD-A03C-EF3C-AC4081F7E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F4480AB-95D9-592D-0B99-21F93C2CB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8D38D5-148C-5397-40E4-85C46E880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21106B-1016-7D21-C995-451924F02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6A81-1ED9-43B2-BF48-5BFDD51A32DB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9AAFC2-A470-30F9-36BB-323CADDDE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82FDB9-F554-31C7-6515-8FEBCDADF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7561-AE69-4FA2-9975-80FD2D325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36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6411A2-19D6-F2ED-B75C-85BE43302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57BF75-EE7B-5BEA-6D9D-6749067EB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17D7CA-34BD-C24D-6814-20EE9F5AB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6A81-1ED9-43B2-BF48-5BFDD51A32DB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DC1C-EC5A-9BC7-F5A4-0CC4A343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5B9810-576C-6BAC-5126-9CD86D5CD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7561-AE69-4FA2-9975-80FD2D325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139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4AC1316-656A-D656-DD10-C80F94BE64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F8DC9D-4E70-7433-A5A1-DF3040692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04031E-E3AB-C566-84E9-D4C657AFA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6A81-1ED9-43B2-BF48-5BFDD51A32DB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5D94B5-DE66-0C79-4D14-D511AD9D6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19E59F-F258-4B9C-6F3B-AC18783F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7561-AE69-4FA2-9975-80FD2D325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559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AF691D4-1F3B-9722-8A11-E6FA143C0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B49D3E-A3D3-7BD6-DB67-DA2A98C00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D79B28-8ABF-7D0C-ADD3-7ADC9887F7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F6A81-1ED9-43B2-BF48-5BFDD51A32DB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DB544D-3C53-EF81-1147-CD42DC04DB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2384D2-FCFF-77F1-69BE-D86CA7D776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47561-AE69-4FA2-9975-80FD2D325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142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660BE7C-73F1-023E-7339-232B56E675AE}"/>
              </a:ext>
            </a:extLst>
          </p:cNvPr>
          <p:cNvSpPr/>
          <p:nvPr/>
        </p:nvSpPr>
        <p:spPr>
          <a:xfrm>
            <a:off x="4956048" y="0"/>
            <a:ext cx="3172968" cy="3017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===========================</a:t>
            </a:r>
          </a:p>
          <a:p>
            <a:pPr algn="ctr"/>
            <a:r>
              <a:rPr lang="en-US" altLang="ko-KR" sz="1000" dirty="0"/>
              <a:t>unit</a:t>
            </a:r>
          </a:p>
          <a:p>
            <a:pPr algn="ctr"/>
            <a:r>
              <a:rPr lang="en-US" altLang="ko-KR" sz="1000" dirty="0"/>
              <a:t>===========================</a:t>
            </a:r>
          </a:p>
          <a:p>
            <a:pPr algn="ctr"/>
            <a:r>
              <a:rPr lang="en-US" altLang="ko-KR" sz="1000" dirty="0"/>
              <a:t>-</a:t>
            </a:r>
            <a:r>
              <a:rPr lang="en-US" altLang="ko-KR" sz="1000" dirty="0" err="1"/>
              <a:t>maxhp:int</a:t>
            </a:r>
            <a:endParaRPr lang="en-US" altLang="ko-KR" sz="1000" dirty="0"/>
          </a:p>
          <a:p>
            <a:pPr algn="ctr"/>
            <a:r>
              <a:rPr lang="en-US" altLang="ko-KR" sz="1000" dirty="0"/>
              <a:t>-</a:t>
            </a:r>
            <a:r>
              <a:rPr lang="en-US" altLang="ko-KR" sz="1000" dirty="0" err="1"/>
              <a:t>hp:int</a:t>
            </a:r>
            <a:endParaRPr lang="en-US" altLang="ko-KR" sz="1000" dirty="0"/>
          </a:p>
          <a:p>
            <a:pPr algn="ctr"/>
            <a:r>
              <a:rPr lang="en-US" altLang="ko-KR" sz="1000" dirty="0"/>
              <a:t>-</a:t>
            </a:r>
            <a:r>
              <a:rPr lang="en-US" altLang="ko-KR" sz="1000" dirty="0" err="1"/>
              <a:t>amr</a:t>
            </a:r>
            <a:r>
              <a:rPr lang="en-US" altLang="ko-KR" sz="1000" dirty="0"/>
              <a:t>: int</a:t>
            </a:r>
          </a:p>
          <a:p>
            <a:pPr algn="ctr"/>
            <a:r>
              <a:rPr lang="en-US" altLang="ko-KR" sz="1000" dirty="0"/>
              <a:t>-</a:t>
            </a:r>
            <a:r>
              <a:rPr lang="en-US" altLang="ko-KR" sz="1000" dirty="0" err="1"/>
              <a:t>sightRange:int</a:t>
            </a:r>
            <a:endParaRPr lang="en-US" altLang="ko-KR" sz="1000" dirty="0"/>
          </a:p>
          <a:p>
            <a:pPr algn="ctr"/>
            <a:r>
              <a:rPr lang="en-US" altLang="ko-KR" sz="1000" dirty="0"/>
              <a:t>-</a:t>
            </a:r>
            <a:r>
              <a:rPr lang="en-US" altLang="ko-KR" sz="1000" dirty="0" err="1"/>
              <a:t>x:int</a:t>
            </a:r>
            <a:endParaRPr lang="en-US" altLang="ko-KR" sz="1000" dirty="0"/>
          </a:p>
          <a:p>
            <a:pPr algn="ctr"/>
            <a:r>
              <a:rPr lang="en-US" altLang="ko-KR" sz="1000" dirty="0"/>
              <a:t>-</a:t>
            </a:r>
            <a:r>
              <a:rPr lang="en-US" altLang="ko-KR" sz="1000" dirty="0" err="1"/>
              <a:t>y:int</a:t>
            </a:r>
            <a:endParaRPr lang="en-US" altLang="ko-KR" sz="1000" dirty="0"/>
          </a:p>
          <a:p>
            <a:pPr algn="ctr"/>
            <a:r>
              <a:rPr lang="en-US" altLang="ko-KR" sz="1000" dirty="0"/>
              <a:t>-</a:t>
            </a:r>
            <a:r>
              <a:rPr lang="en-US" altLang="ko-KR" sz="1000" dirty="0" err="1"/>
              <a:t>z:int</a:t>
            </a:r>
            <a:endParaRPr lang="en-US" altLang="ko-KR" sz="1000" dirty="0"/>
          </a:p>
          <a:p>
            <a:pPr algn="ctr"/>
            <a:r>
              <a:rPr lang="en-US" altLang="ko-KR" sz="1000" dirty="0"/>
              <a:t>-</a:t>
            </a:r>
            <a:r>
              <a:rPr lang="en-US" altLang="ko-KR" sz="1000" dirty="0" err="1"/>
              <a:t>speed:double</a:t>
            </a:r>
            <a:endParaRPr lang="en-US" altLang="ko-KR" sz="1000" dirty="0"/>
          </a:p>
          <a:p>
            <a:pPr algn="ctr"/>
            <a:r>
              <a:rPr lang="en-US" altLang="ko-KR" sz="1000" dirty="0"/>
              <a:t>-</a:t>
            </a:r>
            <a:r>
              <a:rPr lang="en-US" altLang="ko-KR" sz="1000" dirty="0" err="1"/>
              <a:t>flaying:boolean</a:t>
            </a:r>
            <a:endParaRPr lang="en-US" altLang="ko-KR" sz="1000" dirty="0"/>
          </a:p>
          <a:p>
            <a:pPr algn="ctr"/>
            <a:r>
              <a:rPr lang="en-US" altLang="ko-KR" sz="1000" dirty="0"/>
              <a:t>============================</a:t>
            </a:r>
          </a:p>
          <a:p>
            <a:pPr algn="ctr"/>
            <a:r>
              <a:rPr lang="en-US" altLang="ko-KR" sz="1000" dirty="0"/>
              <a:t>+getter/setter</a:t>
            </a:r>
          </a:p>
          <a:p>
            <a:pPr algn="ctr"/>
            <a:r>
              <a:rPr lang="en-US" altLang="ko-KR" sz="1000" dirty="0"/>
              <a:t>+Unit(maxHp:int,hp:int,amr:int,sightRange:int,speed:double,flying:boolean)</a:t>
            </a:r>
          </a:p>
          <a:p>
            <a:pPr algn="ctr"/>
            <a:r>
              <a:rPr lang="en-US" altLang="ko-KR" sz="1000" dirty="0"/>
              <a:t>+move(</a:t>
            </a:r>
            <a:r>
              <a:rPr lang="en-US" altLang="ko-KR" sz="1000" dirty="0" err="1"/>
              <a:t>x:int,y:int,z:int,speed:double</a:t>
            </a:r>
            <a:r>
              <a:rPr lang="en-US" altLang="ko-KR" sz="1000" dirty="0"/>
              <a:t>)</a:t>
            </a:r>
          </a:p>
          <a:p>
            <a:pPr algn="ctr"/>
            <a:r>
              <a:rPr lang="en-US" altLang="ko-KR" sz="1000" dirty="0"/>
              <a:t>+patrol()</a:t>
            </a:r>
          </a:p>
          <a:p>
            <a:pPr algn="ctr"/>
            <a:r>
              <a:rPr lang="en-US" altLang="ko-KR" sz="1000" dirty="0"/>
              <a:t>+stop()</a:t>
            </a:r>
          </a:p>
          <a:p>
            <a:pPr algn="ctr"/>
            <a:r>
              <a:rPr lang="en-US" altLang="ko-KR" sz="1000" dirty="0"/>
              <a:t>+hold()</a:t>
            </a:r>
            <a:endParaRPr lang="ko-KR" altLang="en-US" sz="10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3076E0-DC4A-F528-AD0E-4748290ABDA6}"/>
              </a:ext>
            </a:extLst>
          </p:cNvPr>
          <p:cNvSpPr/>
          <p:nvPr/>
        </p:nvSpPr>
        <p:spPr>
          <a:xfrm>
            <a:off x="164592" y="164592"/>
            <a:ext cx="3172968" cy="10149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r>
              <a:rPr lang="en-US" altLang="ko-KR" sz="1000" dirty="0"/>
              <a:t>&lt;&lt;interface&gt;&gt;</a:t>
            </a:r>
            <a:r>
              <a:rPr lang="en-US" altLang="ko-KR" sz="1000" dirty="0" err="1"/>
              <a:t>IMovable</a:t>
            </a:r>
            <a:endParaRPr lang="en-US" altLang="ko-KR" sz="1000" dirty="0"/>
          </a:p>
          <a:p>
            <a:pPr algn="ctr"/>
            <a:r>
              <a:rPr lang="en-US" altLang="ko-KR" sz="1000" dirty="0"/>
              <a:t>+move</a:t>
            </a:r>
          </a:p>
          <a:p>
            <a:pPr algn="ctr"/>
            <a:r>
              <a:rPr lang="en-US" altLang="ko-KR" sz="1000" dirty="0"/>
              <a:t>+patrol</a:t>
            </a:r>
          </a:p>
          <a:p>
            <a:pPr algn="ctr"/>
            <a:r>
              <a:rPr lang="en-US" altLang="ko-KR" sz="1000" dirty="0"/>
              <a:t>+stop</a:t>
            </a:r>
          </a:p>
          <a:p>
            <a:pPr algn="ctr"/>
            <a:r>
              <a:rPr lang="en-US" altLang="ko-KR" sz="1000" dirty="0"/>
              <a:t>+hold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E5A4C9-C454-8980-9DA3-F460ED7DF801}"/>
              </a:ext>
            </a:extLst>
          </p:cNvPr>
          <p:cNvSpPr/>
          <p:nvPr/>
        </p:nvSpPr>
        <p:spPr>
          <a:xfrm>
            <a:off x="3415284" y="3127248"/>
            <a:ext cx="6254496" cy="1773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Attacker</a:t>
            </a:r>
          </a:p>
          <a:p>
            <a:pPr algn="ctr"/>
            <a:r>
              <a:rPr lang="en-US" altLang="ko-KR" sz="1000" dirty="0"/>
              <a:t>====================================================================</a:t>
            </a:r>
          </a:p>
          <a:p>
            <a:pPr algn="ctr"/>
            <a:r>
              <a:rPr lang="en-US" altLang="ko-KR" sz="1000" dirty="0"/>
              <a:t>-</a:t>
            </a:r>
            <a:r>
              <a:rPr lang="en-US" altLang="ko-KR" sz="1000" dirty="0" err="1"/>
              <a:t>damage:int</a:t>
            </a:r>
            <a:endParaRPr lang="en-US" altLang="ko-KR" sz="1000" dirty="0"/>
          </a:p>
          <a:p>
            <a:pPr algn="ctr"/>
            <a:r>
              <a:rPr lang="en-US" altLang="ko-KR" sz="1000" dirty="0"/>
              <a:t>-</a:t>
            </a:r>
            <a:r>
              <a:rPr lang="en-US" altLang="ko-KR" sz="1000" dirty="0" err="1"/>
              <a:t>attackRange:int</a:t>
            </a:r>
            <a:endParaRPr lang="en-US" altLang="ko-KR" sz="1000" dirty="0"/>
          </a:p>
          <a:p>
            <a:pPr algn="ctr"/>
            <a:r>
              <a:rPr lang="en-US" altLang="ko-KR" sz="1000" dirty="0"/>
              <a:t>-</a:t>
            </a:r>
            <a:r>
              <a:rPr lang="en-US" altLang="ko-KR" sz="1000" dirty="0" err="1"/>
              <a:t>attackCollTime:int</a:t>
            </a:r>
            <a:endParaRPr lang="en-US" altLang="ko-KR" sz="1000" dirty="0"/>
          </a:p>
          <a:p>
            <a:pPr algn="ctr"/>
            <a:r>
              <a:rPr lang="en-US" altLang="ko-KR" sz="1000" dirty="0"/>
              <a:t>====================================================================</a:t>
            </a:r>
          </a:p>
          <a:p>
            <a:pPr algn="ctr"/>
            <a:r>
              <a:rPr lang="en-US" altLang="ko-KR" sz="1000" dirty="0"/>
              <a:t>+getter/setter</a:t>
            </a:r>
          </a:p>
          <a:p>
            <a:pPr algn="ctr"/>
            <a:r>
              <a:rPr lang="en-US" altLang="ko-KR" sz="1000" dirty="0"/>
              <a:t>+Attacker(maxHp:int,hp:int,amr:int,sightRange:int,flying:boolean,speed:double,damage:int,attackRange:int,attackCollTime:int)</a:t>
            </a:r>
          </a:p>
          <a:p>
            <a:pPr algn="ctr"/>
            <a:r>
              <a:rPr lang="en-US" altLang="ko-KR" sz="1000" dirty="0"/>
              <a:t>+attack(</a:t>
            </a:r>
            <a:r>
              <a:rPr lang="en-US" altLang="ko-KR" sz="1000" dirty="0" err="1"/>
              <a:t>x:int,y:int,z:int</a:t>
            </a:r>
            <a:r>
              <a:rPr lang="en-US" altLang="ko-KR" sz="1000" dirty="0"/>
              <a:t>)</a:t>
            </a:r>
          </a:p>
          <a:p>
            <a:pPr algn="ctr"/>
            <a:r>
              <a:rPr lang="en-US" altLang="ko-KR" sz="1000" dirty="0"/>
              <a:t>====================================================================</a:t>
            </a:r>
            <a:endParaRPr lang="ko-KR" altLang="en-US" sz="10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474EE3D-EFFE-7A27-57D1-41A40675D1A7}"/>
              </a:ext>
            </a:extLst>
          </p:cNvPr>
          <p:cNvCxnSpPr>
            <a:stCxn id="7" idx="0"/>
            <a:endCxn id="5" idx="2"/>
          </p:cNvCxnSpPr>
          <p:nvPr/>
        </p:nvCxnSpPr>
        <p:spPr>
          <a:xfrm flipV="1">
            <a:off x="6542532" y="3017520"/>
            <a:ext cx="0" cy="109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AC60AD-4748-C27C-6EC8-A43219E65A5A}"/>
              </a:ext>
            </a:extLst>
          </p:cNvPr>
          <p:cNvSpPr/>
          <p:nvPr/>
        </p:nvSpPr>
        <p:spPr>
          <a:xfrm>
            <a:off x="0" y="5170932"/>
            <a:ext cx="4206240" cy="1426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============================================</a:t>
            </a:r>
          </a:p>
          <a:p>
            <a:pPr algn="ctr"/>
            <a:r>
              <a:rPr lang="en-US" altLang="ko-KR" sz="1000" dirty="0"/>
              <a:t>Zealot</a:t>
            </a:r>
          </a:p>
          <a:p>
            <a:pPr algn="ctr"/>
            <a:r>
              <a:rPr lang="en-US" altLang="ko-KR" sz="1000" dirty="0"/>
              <a:t>==========================================</a:t>
            </a:r>
          </a:p>
          <a:p>
            <a:pPr algn="ctr"/>
            <a:r>
              <a:rPr lang="en-US" altLang="ko-KR" sz="1000" dirty="0"/>
              <a:t>-</a:t>
            </a:r>
            <a:r>
              <a:rPr lang="en-US" altLang="ko-KR" sz="1000" dirty="0" err="1"/>
              <a:t>shield:int</a:t>
            </a:r>
            <a:endParaRPr lang="en-US" altLang="ko-KR" sz="1000" dirty="0"/>
          </a:p>
          <a:p>
            <a:pPr algn="ctr"/>
            <a:r>
              <a:rPr lang="en-US" altLang="ko-KR" sz="1000" dirty="0"/>
              <a:t>===========================================</a:t>
            </a:r>
          </a:p>
          <a:p>
            <a:pPr algn="ctr"/>
            <a:r>
              <a:rPr lang="en-US" altLang="ko-KR" sz="1000" dirty="0"/>
              <a:t>+Zealot()</a:t>
            </a:r>
          </a:p>
          <a:p>
            <a:pPr algn="ctr"/>
            <a:r>
              <a:rPr lang="en-US" altLang="ko-KR" sz="1000" dirty="0"/>
              <a:t>+getter/setter</a:t>
            </a:r>
          </a:p>
          <a:p>
            <a:pPr algn="ctr"/>
            <a:r>
              <a:rPr lang="en-US" altLang="ko-KR" sz="1000" dirty="0"/>
              <a:t>+attack(</a:t>
            </a:r>
            <a:r>
              <a:rPr lang="en-US" altLang="ko-KR" sz="1000" dirty="0" err="1"/>
              <a:t>x:int,y:int;z:int</a:t>
            </a:r>
            <a:r>
              <a:rPr lang="en-US" altLang="ko-KR" sz="1000" dirty="0"/>
              <a:t>)</a:t>
            </a:r>
          </a:p>
          <a:p>
            <a:pPr algn="ctr"/>
            <a:r>
              <a:rPr lang="en-US" altLang="ko-KR" sz="1000" dirty="0"/>
              <a:t>===========================================</a:t>
            </a:r>
            <a:endParaRPr lang="ko-KR" altLang="en-US" sz="1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B5382A-1CE0-593D-D105-C742A2DBB357}"/>
              </a:ext>
            </a:extLst>
          </p:cNvPr>
          <p:cNvSpPr/>
          <p:nvPr/>
        </p:nvSpPr>
        <p:spPr>
          <a:xfrm>
            <a:off x="4846320" y="5038344"/>
            <a:ext cx="3392424" cy="1691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Medic</a:t>
            </a:r>
          </a:p>
          <a:p>
            <a:pPr algn="ctr"/>
            <a:r>
              <a:rPr lang="en-US" altLang="ko-KR" sz="800" dirty="0"/>
              <a:t>==========================================</a:t>
            </a:r>
          </a:p>
          <a:p>
            <a:pPr algn="ctr"/>
            <a:r>
              <a:rPr lang="en-US" altLang="ko-KR" sz="800" dirty="0" err="1"/>
              <a:t>isfinal</a:t>
            </a:r>
            <a:r>
              <a:rPr lang="en-US" altLang="ko-KR" sz="800" dirty="0"/>
              <a:t>{HEAL}</a:t>
            </a:r>
          </a:p>
          <a:p>
            <a:pPr algn="ctr"/>
            <a:r>
              <a:rPr lang="en-US" altLang="ko-KR" sz="800" dirty="0" err="1"/>
              <a:t>isfinal</a:t>
            </a:r>
            <a:r>
              <a:rPr lang="en-US" altLang="ko-KR" sz="800" dirty="0"/>
              <a:t>{RESTORATION}</a:t>
            </a:r>
          </a:p>
          <a:p>
            <a:pPr algn="ctr"/>
            <a:r>
              <a:rPr lang="en-US" altLang="ko-KR" sz="800" dirty="0" err="1"/>
              <a:t>isfinal</a:t>
            </a:r>
            <a:r>
              <a:rPr lang="en-US" altLang="ko-KR" sz="800" dirty="0"/>
              <a:t>{OPTICALFLARE}</a:t>
            </a:r>
          </a:p>
          <a:p>
            <a:pPr algn="ctr"/>
            <a:r>
              <a:rPr lang="en-US" altLang="ko-KR" sz="800" dirty="0"/>
              <a:t>-</a:t>
            </a:r>
            <a:r>
              <a:rPr lang="en-US" altLang="ko-KR" sz="800" dirty="0" err="1"/>
              <a:t>maxMana:int</a:t>
            </a:r>
            <a:endParaRPr lang="en-US" altLang="ko-KR" sz="800" dirty="0"/>
          </a:p>
          <a:p>
            <a:pPr algn="ctr"/>
            <a:r>
              <a:rPr lang="en-US" altLang="ko-KR" sz="800" dirty="0"/>
              <a:t>-</a:t>
            </a:r>
            <a:r>
              <a:rPr lang="en-US" altLang="ko-KR" sz="800" dirty="0" err="1"/>
              <a:t>mana:int</a:t>
            </a:r>
            <a:endParaRPr lang="en-US" altLang="ko-KR" sz="800" dirty="0"/>
          </a:p>
          <a:p>
            <a:pPr algn="ctr"/>
            <a:r>
              <a:rPr lang="en-US" altLang="ko-KR" sz="800" dirty="0"/>
              <a:t>===========================================</a:t>
            </a:r>
          </a:p>
          <a:p>
            <a:pPr algn="ctr"/>
            <a:r>
              <a:rPr lang="en-US" altLang="ko-KR" sz="800" dirty="0"/>
              <a:t>+Medic()</a:t>
            </a:r>
          </a:p>
          <a:p>
            <a:pPr algn="ctr"/>
            <a:r>
              <a:rPr lang="en-US" altLang="ko-KR" sz="800" dirty="0"/>
              <a:t>+getter/setter</a:t>
            </a:r>
          </a:p>
          <a:p>
            <a:pPr algn="ctr"/>
            <a:r>
              <a:rPr lang="en-US" altLang="ko-KR" sz="800" dirty="0"/>
              <a:t>+move(</a:t>
            </a:r>
            <a:r>
              <a:rPr lang="en-US" altLang="ko-KR" sz="800" dirty="0" err="1"/>
              <a:t>x:int,y:int,z:int</a:t>
            </a:r>
            <a:r>
              <a:rPr lang="en-US" altLang="ko-KR" sz="800" dirty="0"/>
              <a:t>)</a:t>
            </a:r>
          </a:p>
          <a:p>
            <a:pPr algn="ctr"/>
            <a:r>
              <a:rPr lang="en-US" altLang="ko-KR" sz="800" dirty="0"/>
              <a:t>+hold()</a:t>
            </a:r>
          </a:p>
          <a:p>
            <a:pPr algn="ctr"/>
            <a:r>
              <a:rPr lang="en-US" altLang="ko-KR" sz="800" dirty="0"/>
              <a:t>+skill(</a:t>
            </a:r>
            <a:r>
              <a:rPr lang="en-US" altLang="ko-KR" sz="800" dirty="0" err="1"/>
              <a:t>skillNum:int,target:Unit</a:t>
            </a:r>
            <a:r>
              <a:rPr lang="en-US" altLang="ko-KR" sz="800" dirty="0"/>
              <a:t>)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D5B198D-BDF3-8693-0429-5529F030652A}"/>
              </a:ext>
            </a:extLst>
          </p:cNvPr>
          <p:cNvSpPr/>
          <p:nvPr/>
        </p:nvSpPr>
        <p:spPr>
          <a:xfrm>
            <a:off x="8720328" y="4988052"/>
            <a:ext cx="3392424" cy="1691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============================================</a:t>
            </a:r>
          </a:p>
          <a:p>
            <a:pPr algn="ctr"/>
            <a:r>
              <a:rPr lang="en-US" altLang="ko-KR" sz="800" dirty="0" err="1"/>
              <a:t>Mutalisk</a:t>
            </a:r>
            <a:endParaRPr lang="en-US" altLang="ko-KR" sz="800" dirty="0"/>
          </a:p>
          <a:p>
            <a:pPr algn="ctr"/>
            <a:r>
              <a:rPr lang="en-US" altLang="ko-KR" sz="800" dirty="0"/>
              <a:t>==========================================</a:t>
            </a:r>
          </a:p>
          <a:p>
            <a:pPr algn="ctr"/>
            <a:r>
              <a:rPr lang="en-US" altLang="ko-KR" sz="800" dirty="0"/>
              <a:t>+getter/setter</a:t>
            </a:r>
          </a:p>
          <a:p>
            <a:pPr algn="ctr"/>
            <a:r>
              <a:rPr lang="en-US" altLang="ko-KR" sz="800" dirty="0"/>
              <a:t>+recovery()</a:t>
            </a:r>
          </a:p>
          <a:p>
            <a:pPr algn="ctr"/>
            <a:r>
              <a:rPr lang="en-US" altLang="ko-KR" sz="800" dirty="0"/>
              <a:t>+attack(</a:t>
            </a:r>
            <a:r>
              <a:rPr lang="en-US" altLang="ko-KR" sz="800" dirty="0" err="1"/>
              <a:t>x:int,y:int,z:int</a:t>
            </a:r>
            <a:r>
              <a:rPr lang="en-US" altLang="ko-KR" sz="800" dirty="0"/>
              <a:t>)</a:t>
            </a:r>
          </a:p>
          <a:p>
            <a:pPr algn="ctr"/>
            <a:r>
              <a:rPr lang="en-US" altLang="ko-KR" sz="800" dirty="0"/>
              <a:t>===========================================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53579FE-A01D-94BB-031A-3AA3534CBF1F}"/>
              </a:ext>
            </a:extLst>
          </p:cNvPr>
          <p:cNvCxnSpPr>
            <a:stCxn id="15" idx="0"/>
            <a:endCxn id="7" idx="2"/>
          </p:cNvCxnSpPr>
          <p:nvPr/>
        </p:nvCxnSpPr>
        <p:spPr>
          <a:xfrm flipV="1">
            <a:off x="2103120" y="4901184"/>
            <a:ext cx="4439412" cy="269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36C53B4-7163-395B-E63C-659919EE27C8}"/>
              </a:ext>
            </a:extLst>
          </p:cNvPr>
          <p:cNvCxnSpPr>
            <a:stCxn id="17" idx="0"/>
            <a:endCxn id="7" idx="2"/>
          </p:cNvCxnSpPr>
          <p:nvPr/>
        </p:nvCxnSpPr>
        <p:spPr>
          <a:xfrm flipV="1">
            <a:off x="6542532" y="4901184"/>
            <a:ext cx="0" cy="137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8F4F561-5D59-D182-0210-125ACCC46CA1}"/>
              </a:ext>
            </a:extLst>
          </p:cNvPr>
          <p:cNvCxnSpPr>
            <a:stCxn id="19" idx="0"/>
            <a:endCxn id="7" idx="2"/>
          </p:cNvCxnSpPr>
          <p:nvPr/>
        </p:nvCxnSpPr>
        <p:spPr>
          <a:xfrm flipH="1" flipV="1">
            <a:off x="6542532" y="4901184"/>
            <a:ext cx="3874008" cy="86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3C3013C-7849-74F8-5ADC-68CD8A4231D1}"/>
              </a:ext>
            </a:extLst>
          </p:cNvPr>
          <p:cNvSpPr/>
          <p:nvPr/>
        </p:nvSpPr>
        <p:spPr>
          <a:xfrm>
            <a:off x="164592" y="1286256"/>
            <a:ext cx="3172968" cy="10149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r>
              <a:rPr lang="en-US" altLang="ko-KR" sz="1000" dirty="0"/>
              <a:t>&lt;&lt;interface&gt;&gt;</a:t>
            </a:r>
            <a:r>
              <a:rPr lang="en-US" altLang="ko-KR" sz="1000" dirty="0" err="1"/>
              <a:t>IAttack</a:t>
            </a:r>
            <a:endParaRPr lang="en-US" altLang="ko-KR" sz="1000" dirty="0"/>
          </a:p>
          <a:p>
            <a:pPr algn="ctr"/>
            <a:r>
              <a:rPr lang="en-US" altLang="ko-KR" sz="1000" dirty="0"/>
              <a:t>+attack()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E01DE3-A852-0F3B-FA4A-7E56573DC5DA}"/>
              </a:ext>
            </a:extLst>
          </p:cNvPr>
          <p:cNvSpPr/>
          <p:nvPr/>
        </p:nvSpPr>
        <p:spPr>
          <a:xfrm>
            <a:off x="8854440" y="1476756"/>
            <a:ext cx="3172968" cy="10149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r>
              <a:rPr lang="en-US" altLang="ko-KR" sz="1000" dirty="0"/>
              <a:t>&lt;&lt;interface&gt;&gt;</a:t>
            </a:r>
            <a:r>
              <a:rPr lang="en-US" altLang="ko-KR" sz="1000" dirty="0" err="1"/>
              <a:t>IUseMana</a:t>
            </a:r>
            <a:endParaRPr lang="en-US" altLang="ko-KR" sz="1000" dirty="0"/>
          </a:p>
          <a:p>
            <a:pPr algn="ctr"/>
            <a:r>
              <a:rPr lang="en-US" altLang="ko-KR" sz="1000" dirty="0"/>
              <a:t>+skill()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1499F40-729C-E55B-6D12-5104349FED58}"/>
              </a:ext>
            </a:extLst>
          </p:cNvPr>
          <p:cNvSpPr/>
          <p:nvPr/>
        </p:nvSpPr>
        <p:spPr>
          <a:xfrm>
            <a:off x="8830056" y="178308"/>
            <a:ext cx="3172968" cy="10149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r>
              <a:rPr lang="en-US" altLang="ko-KR" sz="1000" dirty="0"/>
              <a:t>&lt;&lt;interface&gt;&gt;</a:t>
            </a:r>
            <a:r>
              <a:rPr lang="en-US" altLang="ko-KR" sz="1000" dirty="0" err="1"/>
              <a:t>NoneAttack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84A204A-88C9-8F0E-787F-8D6C2C144589}"/>
              </a:ext>
            </a:extLst>
          </p:cNvPr>
          <p:cNvCxnSpPr/>
          <p:nvPr/>
        </p:nvCxnSpPr>
        <p:spPr>
          <a:xfrm>
            <a:off x="3337560" y="804672"/>
            <a:ext cx="1508760" cy="0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43C3B92-BE9E-363A-955B-D71A8D74ACB8}"/>
              </a:ext>
            </a:extLst>
          </p:cNvPr>
          <p:cNvCxnSpPr/>
          <p:nvPr/>
        </p:nvCxnSpPr>
        <p:spPr>
          <a:xfrm>
            <a:off x="3236976" y="2368296"/>
            <a:ext cx="265176" cy="649224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037A3EE-26FD-E1F9-95B6-441195FEE374}"/>
              </a:ext>
            </a:extLst>
          </p:cNvPr>
          <p:cNvCxnSpPr/>
          <p:nvPr/>
        </p:nvCxnSpPr>
        <p:spPr>
          <a:xfrm flipH="1">
            <a:off x="8348472" y="2596896"/>
            <a:ext cx="3081528" cy="2816352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8139032-679F-2A5B-B54B-9030AE9C51BA}"/>
              </a:ext>
            </a:extLst>
          </p:cNvPr>
          <p:cNvCxnSpPr/>
          <p:nvPr/>
        </p:nvCxnSpPr>
        <p:spPr>
          <a:xfrm flipH="1">
            <a:off x="8261603" y="1193292"/>
            <a:ext cx="1889761" cy="496062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360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319</Words>
  <Application>Microsoft Office PowerPoint</Application>
  <PresentationFormat>와이드스크린</PresentationFormat>
  <Paragraphs>119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GGG</dc:creator>
  <cp:lastModifiedBy>GGG</cp:lastModifiedBy>
  <cp:revision>2</cp:revision>
  <dcterms:created xsi:type="dcterms:W3CDTF">2025-10-29T05:05:37Z</dcterms:created>
  <dcterms:modified xsi:type="dcterms:W3CDTF">2025-10-29T05:15:03Z</dcterms:modified>
</cp:coreProperties>
</file>