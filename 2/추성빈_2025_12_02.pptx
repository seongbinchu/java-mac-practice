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73" r:id="rId2"/>
    <p:sldId id="289" r:id="rId3"/>
    <p:sldId id="299" r:id="rId4"/>
    <p:sldId id="306" r:id="rId5"/>
    <p:sldId id="301" r:id="rId6"/>
    <p:sldId id="302" r:id="rId7"/>
    <p:sldId id="303" r:id="rId8"/>
    <p:sldId id="305" r:id="rId9"/>
    <p:sldId id="304" r:id="rId10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5F82"/>
    <a:srgbClr val="2929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8"/>
    <p:restoredTop sz="94694"/>
  </p:normalViewPr>
  <p:slideViewPr>
    <p:cSldViewPr snapToGrid="0">
      <p:cViewPr varScale="1">
        <p:scale>
          <a:sx n="55" d="100"/>
          <a:sy n="55" d="100"/>
        </p:scale>
        <p:origin x="90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A7C26D-D9C7-1C4A-82ED-6C6CFFE2F0E5}" type="datetimeFigureOut">
              <a:rPr kumimoji="1" lang="ko-Kore-KR" altLang="en-US" smtClean="0"/>
              <a:t>12/02/2025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2AFE9E-5BDA-5B46-8D42-64A5ACD5620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49535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FC3FF-73E3-DC75-C17E-62ECE85C1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FB2D78-8F53-4F68-1C6C-D3A7835B68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12879E-3877-6FD4-3788-4B24BEDDE6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7AF4F8-D239-C8D2-F84F-0FB9147224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2AFE9E-5BDA-5B46-8D42-64A5ACD56201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037210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958FB-4A59-878F-ADD5-1691C7344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B07E5F-B6D5-8C45-2E52-2F9FBB6264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366F782-5968-2D03-850B-2A8D8695A2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5C899E-0B05-2632-4C84-DC1A55CBDC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2AFE9E-5BDA-5B46-8D42-64A5ACD56201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20463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78A5E-FAA7-35A4-57D6-2298F895D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D312E1-73F0-ABEB-550E-DFDD2C3D3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4838D1-D2C6-3C16-6F83-6545C1643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BC7526-AB61-FD9D-F88E-FF0A0B8054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2AFE9E-5BDA-5B46-8D42-64A5ACD56201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87143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46E17-AFC4-CB42-B376-CEF449F3E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2862515-A02A-EE64-EA0F-E0963829F8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D2B15F-714A-362F-2D0C-130D024018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3619E1-5083-490C-D6CA-CBC6DECF40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2AFE9E-5BDA-5B46-8D42-64A5ACD56201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30705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489AA-03CD-5DFA-0352-A91383BFA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0D0DEE-46C4-8876-3058-7A50BCBBE5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4E1BF1-8F74-074E-8C3A-90843C5404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793A83-D40E-93D3-BBD2-FD4C0AB766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2AFE9E-5BDA-5B46-8D42-64A5ACD56201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157642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D4455-AE6F-E4A1-6B36-9AB62FCBE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678258-6DBB-D719-5C66-024866752E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C8E2AC-1B40-0A07-5E9D-CC86063535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787B1C-CD25-BD5A-2C83-E8F471B3DE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2AFE9E-5BDA-5B46-8D42-64A5ACD56201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597374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40EEF-FB57-79BC-1730-7599048FE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98D5C6-E5ED-CC40-921F-146E9441B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B05922-9652-45EC-BA9C-51E239242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A6A87B-06D8-D554-93BF-252FAF6460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2AFE9E-5BDA-5B46-8D42-64A5ACD56201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8251742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DBC53-0448-EB0B-2106-E3985858D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9CE07C2-9BFD-9E10-7DE4-920130EB8E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00A22D7-2E5E-2F9E-C306-ED77BFECFD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925EA6-BA94-73A1-06B2-85F708D82E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2AFE9E-5BDA-5B46-8D42-64A5ACD56201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70892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F4F09E-9BA2-354A-78DB-D1DF88D72E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0730D69-3BD2-B88B-E66B-631B8583AB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593684-9AAB-0F4F-F832-F97A4B57D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D903-C11E-7040-8DF7-6FA4B6F37E95}" type="datetimeFigureOut">
              <a:rPr kumimoji="1" lang="ko-Kore-KR" altLang="en-US" smtClean="0"/>
              <a:t>12/02/2025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6CC117-188A-FE86-977E-0B43A2BE8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E3AA7-C346-C386-4CC7-C81F9E332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1C81-B6D1-6449-94AE-92149A3137D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12817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43BAE3-92B9-D8CC-6322-1B74E542D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9589EE-C4A1-2933-657E-6AB386B04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302513-491E-F203-61DA-09470A1D8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D903-C11E-7040-8DF7-6FA4B6F37E95}" type="datetimeFigureOut">
              <a:rPr kumimoji="1" lang="ko-Kore-KR" altLang="en-US" smtClean="0"/>
              <a:t>12/02/2025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EB1858-8B2D-4478-251F-24D672E5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1D0AD5-EBDD-56EB-13A9-E358A5FB6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1C81-B6D1-6449-94AE-92149A3137D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70721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AB4888-C7E6-3463-034E-00046AB9A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FD5B8E-E004-A2B8-F195-D9BDF7AF8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8AA29B-A750-AB4F-3C51-F860C44F5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D903-C11E-7040-8DF7-6FA4B6F37E95}" type="datetimeFigureOut">
              <a:rPr kumimoji="1" lang="ko-Kore-KR" altLang="en-US" smtClean="0"/>
              <a:t>12/02/2025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93247D-913E-2759-415F-B6CCB348F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13E1FA-E6A2-8D98-17FD-D5B08C9F5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1C81-B6D1-6449-94AE-92149A3137D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11473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3804A8-8445-B20E-D464-7BDC963E0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925C06-BD9A-DC24-F3AD-A78A50E179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AA2FD9B-0754-BE54-B624-7C4B6F2FD4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B467E0-580F-9D87-2C50-59D02BBF1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D903-C11E-7040-8DF7-6FA4B6F37E95}" type="datetimeFigureOut">
              <a:rPr kumimoji="1" lang="ko-Kore-KR" altLang="en-US" smtClean="0"/>
              <a:t>12/02/2025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3FFBD0-2D9A-0878-3A45-221D22922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D10055-27D9-627F-5563-F61811455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1C81-B6D1-6449-94AE-92149A3137D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53834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7A3AA1-DF21-6A8C-F8C9-749265E5C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99B456-7801-D0BF-B6BA-CFF344312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CBC1F7E-7879-E81D-3892-AE740D48F6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C21AD84-01AE-A33A-2085-00BAC26A17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3EA264E-6CC0-B1D8-51F2-B75801343E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4AE77B4-EBED-7BA9-24D3-051A3866B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D903-C11E-7040-8DF7-6FA4B6F37E95}" type="datetimeFigureOut">
              <a:rPr kumimoji="1" lang="ko-Kore-KR" altLang="en-US" smtClean="0"/>
              <a:t>12/02/2025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EF8E325-C03E-B530-ABEC-F57035431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021440-A50F-78BF-9702-1AA863D9D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1C81-B6D1-6449-94AE-92149A3137D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067489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76C09D-0A4C-0E6E-261F-43970EB5F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ED602F9-9BDC-D1DC-0F89-EC47CE808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D903-C11E-7040-8DF7-6FA4B6F37E95}" type="datetimeFigureOut">
              <a:rPr kumimoji="1" lang="ko-Kore-KR" altLang="en-US" smtClean="0"/>
              <a:t>12/02/2025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5EE65E2-0102-5F2E-8CC4-730E99427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788223-BCC9-66D6-63C9-0430B1FA7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1C81-B6D1-6449-94AE-92149A3137D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83865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C8EC142-26B9-EA99-67FE-A4C8322FE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D903-C11E-7040-8DF7-6FA4B6F37E95}" type="datetimeFigureOut">
              <a:rPr kumimoji="1" lang="ko-Kore-KR" altLang="en-US" smtClean="0"/>
              <a:t>12/02/2025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ED2A838-AE53-9025-349C-0139D1C97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60E1F2-0F89-635C-2B47-1E3CCFE8E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1C81-B6D1-6449-94AE-92149A3137D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275264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84816-54AB-8354-5328-6961CEA76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151772-3CF9-E67E-9DC5-98B475F11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ED2E422-E501-6B27-C0C2-ADBC09EE9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784206-CAA6-29C4-3668-4C39B00E6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D903-C11E-7040-8DF7-6FA4B6F37E95}" type="datetimeFigureOut">
              <a:rPr kumimoji="1" lang="ko-Kore-KR" altLang="en-US" smtClean="0"/>
              <a:t>12/02/2025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1A7E11-A5F6-D50D-85C9-BF9B845A2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D0A387-F454-76F5-0A51-F4061B475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1C81-B6D1-6449-94AE-92149A3137D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122141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110F00-631F-076D-8690-B7D02749C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7C58239-C65F-E47B-BBD8-0A81D76BE8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5F679CA-C085-B279-0DF0-CEE2C0597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8C9E383-1059-F4A7-007E-FDE3C1685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D903-C11E-7040-8DF7-6FA4B6F37E95}" type="datetimeFigureOut">
              <a:rPr kumimoji="1" lang="ko-Kore-KR" altLang="en-US" smtClean="0"/>
              <a:t>12/02/2025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C10A97-C07A-A580-208B-5E925923A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246C67-4202-C950-BFCD-B30AC947A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1C81-B6D1-6449-94AE-92149A3137D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69515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FCF10C-179D-52FC-9A14-7D04032A6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7E6604E-9F3C-9DF9-2786-771771CF9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3C51F4-836F-F97C-AE9B-725E09E3F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D903-C11E-7040-8DF7-6FA4B6F37E95}" type="datetimeFigureOut">
              <a:rPr kumimoji="1" lang="ko-Kore-KR" altLang="en-US" smtClean="0"/>
              <a:t>12/02/2025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B89FBB-A4C6-3CF3-52D0-6530782D4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53AEF2-195A-0360-DBD5-AF7041B22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1C81-B6D1-6449-94AE-92149A3137D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48356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D723EC5-D21A-1AC3-10BA-9ECD3E5FF2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A02996C-DCB4-A754-DBBD-973DFAD9EA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E44FC7-F407-4854-10B5-4872D6F4F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D903-C11E-7040-8DF7-6FA4B6F37E95}" type="datetimeFigureOut">
              <a:rPr kumimoji="1" lang="ko-Kore-KR" altLang="en-US" smtClean="0"/>
              <a:t>12/02/2025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83CE4F-6251-7FE3-C63E-2727C1264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1DDB6C-5D5B-2ECC-FD4D-A7F2D15C0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1C81-B6D1-6449-94AE-92149A3137D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46491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D5FF751-E9FA-1818-C4C6-D1D0C2DB1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89742F-4213-1541-DFD2-146C24838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57CF9E-659F-25D5-FC60-0EED9A59D1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E5D903-C11E-7040-8DF7-6FA4B6F37E95}" type="datetimeFigureOut">
              <a:rPr kumimoji="1" lang="ko-Kore-KR" altLang="en-US" smtClean="0"/>
              <a:t>12/02/2025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AB5B00-D656-CA26-855B-AA2288585D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5BA0C4-DAA2-E77B-71ED-25EB4CE3DC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BE1C81-B6D1-6449-94AE-92149A3137D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238871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AD0AAE-2DA7-87B7-A7EB-B01C2B1E5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860E44-0A46-B6E5-CD7B-DC98D26A9B0F}"/>
              </a:ext>
            </a:extLst>
          </p:cNvPr>
          <p:cNvSpPr txBox="1"/>
          <p:nvPr/>
        </p:nvSpPr>
        <p:spPr>
          <a:xfrm>
            <a:off x="641180" y="2744692"/>
            <a:ext cx="10909640" cy="16690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ore-KR" sz="6600" dirty="0">
                <a:ln w="12700">
                  <a:prstDash val="solid"/>
                  <a:round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HTML</a:t>
            </a: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ore-KR" sz="6600" dirty="0">
                <a:ln w="12700">
                  <a:prstDash val="solid"/>
                  <a:round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Tag</a:t>
            </a: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ore-KR" sz="6600" dirty="0">
                <a:ln w="12700">
                  <a:prstDash val="solid"/>
                  <a:round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Selector</a:t>
            </a: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ore-KR" sz="6600" dirty="0">
                <a:ln w="12700">
                  <a:prstDash val="solid"/>
                  <a:round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By bin</a:t>
            </a:r>
            <a:endParaRPr lang="en-US" altLang="ko-Kore-KR" sz="6600" dirty="0">
              <a:solidFill>
                <a:schemeClr val="bg1"/>
              </a:solidFill>
              <a:effectLst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10796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A8A975-1968-6FEA-FE10-1845B9220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0E57580-D97C-0D38-FB2D-EB6FA324E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999854-FF47-E2B2-4480-67877E237A5A}"/>
              </a:ext>
            </a:extLst>
          </p:cNvPr>
          <p:cNvSpPr txBox="1"/>
          <p:nvPr/>
        </p:nvSpPr>
        <p:spPr>
          <a:xfrm>
            <a:off x="638881" y="2283014"/>
            <a:ext cx="10909640" cy="3365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ore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HT  : </a:t>
            </a:r>
            <a:r>
              <a:rPr lang="ko-KR" alt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비선형 문서</a:t>
            </a:r>
            <a:endParaRPr lang="en-US" altLang="ko-KR" sz="40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ML : tag</a:t>
            </a:r>
            <a:r>
              <a:rPr lang="ko-KR" alt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로 이루어진 문서</a:t>
            </a:r>
            <a:endParaRPr lang="en-US" altLang="ko-KR" sz="31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70C0FB38-B8A2-1D40-2960-477C7ECF4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6CBF54-FB98-D97C-136D-3302579F4E4F}"/>
              </a:ext>
            </a:extLst>
          </p:cNvPr>
          <p:cNvSpPr txBox="1"/>
          <p:nvPr/>
        </p:nvSpPr>
        <p:spPr>
          <a:xfrm>
            <a:off x="638881" y="457200"/>
            <a:ext cx="10909640" cy="1368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ore-KR" sz="6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HTML</a:t>
            </a:r>
            <a:endParaRPr lang="en-US" altLang="ko-Kore-KR" sz="6600" dirty="0">
              <a:solidFill>
                <a:schemeClr val="bg1"/>
              </a:solidFill>
              <a:effectLst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92449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1FE93C-FAA4-7F55-A9C0-6887697BB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7793FB7-D137-17B2-0C01-FF60646D7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075414-8835-63D9-E3AB-4563226F7D71}"/>
              </a:ext>
            </a:extLst>
          </p:cNvPr>
          <p:cNvSpPr txBox="1"/>
          <p:nvPr/>
        </p:nvSpPr>
        <p:spPr>
          <a:xfrm>
            <a:off x="639656" y="3035347"/>
            <a:ext cx="10909640" cy="34522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Tag </a:t>
            </a:r>
            <a:r>
              <a:rPr lang="ko-KR" alt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복수개의 속성 가질 수 있다</a:t>
            </a: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.</a:t>
            </a: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&lt;div id="header" role="banner"&gt;</a:t>
            </a: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div : </a:t>
            </a:r>
            <a:r>
              <a:rPr lang="ko-KR" alt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이름</a:t>
            </a:r>
            <a:endParaRPr lang="en-US" altLang="ko-KR" sz="40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Id , role :</a:t>
            </a:r>
            <a:r>
              <a:rPr lang="ko-KR" alt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속성</a:t>
            </a:r>
            <a:endParaRPr lang="en-US" altLang="ko-KR" sz="40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Header banner : </a:t>
            </a:r>
            <a:r>
              <a:rPr lang="ko-KR" altLang="en-US" sz="40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밸류</a:t>
            </a: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FC2A348-A8B3-1F22-CFC4-97EF6B5D36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E83E15-EB68-F95C-0E38-620B7446FFC3}"/>
              </a:ext>
            </a:extLst>
          </p:cNvPr>
          <p:cNvSpPr txBox="1"/>
          <p:nvPr/>
        </p:nvSpPr>
        <p:spPr>
          <a:xfrm>
            <a:off x="638881" y="457200"/>
            <a:ext cx="10909640" cy="1368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ore-KR" sz="6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HTML</a:t>
            </a:r>
            <a:endParaRPr lang="en-US" altLang="ko-Kore-KR" sz="6600" dirty="0">
              <a:solidFill>
                <a:schemeClr val="bg1"/>
              </a:solidFill>
              <a:effectLst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03788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1689F3-AC91-F023-3643-5D3AB50DF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3B2B9B5-E519-1C76-3D02-E8E542401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78F041-F956-5BB0-0F15-A034C54B058A}"/>
              </a:ext>
            </a:extLst>
          </p:cNvPr>
          <p:cNvSpPr txBox="1"/>
          <p:nvPr/>
        </p:nvSpPr>
        <p:spPr>
          <a:xfrm>
            <a:off x="639656" y="2283014"/>
            <a:ext cx="10909640" cy="42046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HTML </a:t>
            </a:r>
            <a:r>
              <a:rPr lang="ko-KR" alt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문서구조</a:t>
            </a: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&lt;!DOCTYPE html&gt; html </a:t>
            </a:r>
            <a:r>
              <a:rPr lang="ko-KR" alt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버전을 알려줌</a:t>
            </a: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==&gt; DOCTYPE ==&gt; HTML5</a:t>
            </a: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ko-KR" sz="40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&lt;html&gt; </a:t>
            </a:r>
            <a:r>
              <a:rPr lang="ko-KR" alt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이 문서가 </a:t>
            </a: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html</a:t>
            </a:r>
            <a:r>
              <a:rPr lang="ko-KR" alt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문서임을</a:t>
            </a: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,</a:t>
            </a:r>
            <a:r>
              <a:rPr lang="ko-KR" alt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시작임을 알린다 </a:t>
            </a: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[root]</a:t>
            </a: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&lt;head&gt; </a:t>
            </a:r>
            <a:r>
              <a:rPr lang="ko-KR" alt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설정이나 부가 정보가 위치  </a:t>
            </a: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[</a:t>
            </a:r>
            <a:r>
              <a:rPr lang="ko-KR" alt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설정</a:t>
            </a: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]</a:t>
            </a: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	&lt;/head&gt;</a:t>
            </a: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&lt;body&gt; </a:t>
            </a:r>
            <a:r>
              <a:rPr lang="ko-KR" alt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사용자 화면에 보여질 내용들이 </a:t>
            </a:r>
            <a:r>
              <a:rPr lang="ko-KR" altLang="en-US" sz="40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들어감</a:t>
            </a:r>
            <a:r>
              <a:rPr lang="ko-KR" alt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[</a:t>
            </a:r>
            <a:r>
              <a:rPr lang="ko-KR" altLang="en-US" sz="40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눈에보이는것</a:t>
            </a: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]</a:t>
            </a: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	&lt;/body&gt;</a:t>
            </a: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&lt;/html&gt; html</a:t>
            </a:r>
            <a:r>
              <a:rPr lang="ko-KR" alt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마지막임을 알린다 </a:t>
            </a:r>
            <a:endParaRPr lang="en-US" altLang="ko-KR" sz="40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40E060EC-CF31-2E28-9F6C-9B9BC6DB1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76D335-3A63-1CD5-86DB-F64899D8540A}"/>
              </a:ext>
            </a:extLst>
          </p:cNvPr>
          <p:cNvSpPr txBox="1"/>
          <p:nvPr/>
        </p:nvSpPr>
        <p:spPr>
          <a:xfrm>
            <a:off x="638881" y="457200"/>
            <a:ext cx="10909640" cy="1368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ore-KR" sz="6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HTML</a:t>
            </a:r>
            <a:endParaRPr lang="en-US" altLang="ko-Kore-KR" sz="6600" dirty="0">
              <a:solidFill>
                <a:schemeClr val="bg1"/>
              </a:solidFill>
              <a:effectLst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36431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41D1EF-5EF9-840E-4704-B3572630A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DE444F1-CC1E-3D95-BA2F-1A4EBAF5D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A7C321-3886-3F6D-573F-50B1C98A8EE8}"/>
              </a:ext>
            </a:extLst>
          </p:cNvPr>
          <p:cNvSpPr txBox="1"/>
          <p:nvPr/>
        </p:nvSpPr>
        <p:spPr>
          <a:xfrm>
            <a:off x="639656" y="3035347"/>
            <a:ext cx="10909640" cy="34522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&lt;a&gt; </a:t>
            </a:r>
            <a:r>
              <a:rPr lang="ko-KR" altLang="en-US" sz="40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여는태그</a:t>
            </a:r>
            <a:endParaRPr lang="en-US" altLang="ko-KR" sz="40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&lt;/a&gt;</a:t>
            </a:r>
            <a:r>
              <a:rPr lang="ko-KR" altLang="en-US" sz="40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닫는태그</a:t>
            </a:r>
            <a:endParaRPr lang="en-US" altLang="ko-KR" sz="40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사이에 아무것도 없는 태그  </a:t>
            </a: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: Empty Tag 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812C5FE0-7EFA-B1DF-EC7A-1C9BB01EF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CA35BB-6CF0-D161-F30D-D898CB66E91B}"/>
              </a:ext>
            </a:extLst>
          </p:cNvPr>
          <p:cNvSpPr txBox="1"/>
          <p:nvPr/>
        </p:nvSpPr>
        <p:spPr>
          <a:xfrm>
            <a:off x="638881" y="457200"/>
            <a:ext cx="10909640" cy="1368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ore-KR" sz="6600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Tag</a:t>
            </a:r>
          </a:p>
        </p:txBody>
      </p:sp>
    </p:spTree>
    <p:extLst>
      <p:ext uri="{BB962C8B-B14F-4D97-AF65-F5344CB8AC3E}">
        <p14:creationId xmlns:p14="http://schemas.microsoft.com/office/powerpoint/2010/main" val="1473999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799650-CC2A-E44A-C5F8-51505835B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15E2E42-2AD6-DE72-FCD0-988A9D4B68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148388-D40B-8CB8-6FA0-9BC0565D2EAE}"/>
              </a:ext>
            </a:extLst>
          </p:cNvPr>
          <p:cNvSpPr txBox="1"/>
          <p:nvPr/>
        </p:nvSpPr>
        <p:spPr>
          <a:xfrm>
            <a:off x="639656" y="3035347"/>
            <a:ext cx="10909640" cy="34522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&lt;title&gt;~&lt;/title&gt;</a:t>
            </a: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&lt;p&gt; (paragraph)</a:t>
            </a: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&lt;</a:t>
            </a:r>
            <a:r>
              <a:rPr lang="en-US" altLang="ko-KR" sz="40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br</a:t>
            </a: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/&gt;</a:t>
            </a: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&lt;</a:t>
            </a:r>
            <a:r>
              <a:rPr lang="en-US" altLang="ko-KR" sz="40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hn</a:t>
            </a: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&gt;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C4462B0D-3D44-36DA-94CC-480D445FB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4684ED-7467-0579-9F09-7BF7A579BC2A}"/>
              </a:ext>
            </a:extLst>
          </p:cNvPr>
          <p:cNvSpPr txBox="1"/>
          <p:nvPr/>
        </p:nvSpPr>
        <p:spPr>
          <a:xfrm>
            <a:off x="638881" y="457200"/>
            <a:ext cx="10909640" cy="1368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ore-KR" sz="6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Tag</a:t>
            </a:r>
            <a:endParaRPr lang="en-US" altLang="ko-Kore-KR" sz="6600" dirty="0">
              <a:solidFill>
                <a:schemeClr val="bg1"/>
              </a:solidFill>
              <a:effectLst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16964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BCEB2D-A426-5AB8-9BDE-C4EBDC533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0E30C6F-C121-C614-2FD1-B1E376F50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DAAA01-5767-5DA3-C2F2-5A3EED07E2AB}"/>
              </a:ext>
            </a:extLst>
          </p:cNvPr>
          <p:cNvSpPr txBox="1"/>
          <p:nvPr/>
        </p:nvSpPr>
        <p:spPr>
          <a:xfrm>
            <a:off x="639656" y="3035347"/>
            <a:ext cx="10909640" cy="34522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&lt;b&gt; , &lt;strong&gt;</a:t>
            </a: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&lt;</a:t>
            </a:r>
            <a:r>
              <a:rPr lang="en-US" altLang="ko-KR" sz="40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hr</a:t>
            </a: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&gt;</a:t>
            </a: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&lt;</a:t>
            </a:r>
            <a:r>
              <a:rPr lang="en-US" altLang="ko-KR" sz="40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ul</a:t>
            </a: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&gt; , &lt;</a:t>
            </a:r>
            <a:r>
              <a:rPr lang="en-US" altLang="ko-KR" sz="40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ol</a:t>
            </a: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&gt;</a:t>
            </a: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&lt;image&gt;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FB749CC8-34F2-96AA-9B74-9E1DA8F8F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DC04A8-C989-38CC-9B59-70D598AD806F}"/>
              </a:ext>
            </a:extLst>
          </p:cNvPr>
          <p:cNvSpPr txBox="1"/>
          <p:nvPr/>
        </p:nvSpPr>
        <p:spPr>
          <a:xfrm>
            <a:off x="638881" y="457200"/>
            <a:ext cx="10909640" cy="1368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ore-KR" sz="6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Tag</a:t>
            </a:r>
            <a:endParaRPr lang="en-US" altLang="ko-Kore-KR" sz="6600" dirty="0">
              <a:solidFill>
                <a:schemeClr val="bg1"/>
              </a:solidFill>
              <a:effectLst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68414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5A4BD7-6E24-5B8D-53DF-85C6AD10F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CF76615-CDB4-3690-A359-3127903E1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E9C186-A426-9153-3864-AAA01CE28608}"/>
              </a:ext>
            </a:extLst>
          </p:cNvPr>
          <p:cNvSpPr txBox="1"/>
          <p:nvPr/>
        </p:nvSpPr>
        <p:spPr>
          <a:xfrm>
            <a:off x="639656" y="3035347"/>
            <a:ext cx="10909640" cy="34522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&lt;a&gt;~&lt;/a&gt;</a:t>
            </a: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Href</a:t>
            </a:r>
            <a:endParaRPr lang="en-US" altLang="ko-KR" sz="40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Taget</a:t>
            </a:r>
            <a:endParaRPr lang="en-US" altLang="ko-KR" sz="40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entity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B3E759AD-691B-A4EB-6F6F-4EB1F64F31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4D8248-04ED-C45A-D4F8-2C7B8B95D633}"/>
              </a:ext>
            </a:extLst>
          </p:cNvPr>
          <p:cNvSpPr txBox="1"/>
          <p:nvPr/>
        </p:nvSpPr>
        <p:spPr>
          <a:xfrm>
            <a:off x="638881" y="457200"/>
            <a:ext cx="10909640" cy="1368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ore-KR" sz="6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Tag</a:t>
            </a:r>
            <a:endParaRPr lang="en-US" altLang="ko-Kore-KR" sz="6600" dirty="0">
              <a:solidFill>
                <a:schemeClr val="bg1"/>
              </a:solidFill>
              <a:effectLst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7635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695D53-C836-ECAA-D6D1-8AE7AEE36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D0DB2A2-048A-5AA7-0835-25A2E6317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81E1B4-EF4D-32D5-F03A-BF397E0E58C9}"/>
              </a:ext>
            </a:extLst>
          </p:cNvPr>
          <p:cNvSpPr txBox="1"/>
          <p:nvPr/>
        </p:nvSpPr>
        <p:spPr>
          <a:xfrm>
            <a:off x="639656" y="3035347"/>
            <a:ext cx="10909640" cy="34522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ol</a:t>
            </a: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: tag</a:t>
            </a: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.some : class(</a:t>
            </a:r>
            <a:r>
              <a:rPr lang="ko-KR" alt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속성</a:t>
            </a: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)</a:t>
            </a: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#other : id(</a:t>
            </a:r>
            <a:r>
              <a:rPr lang="ko-KR" alt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속성</a:t>
            </a: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191609E7-E67A-BB7D-994B-7E1D780D3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F454FC-8F06-55F3-2F05-E33C32A077E9}"/>
              </a:ext>
            </a:extLst>
          </p:cNvPr>
          <p:cNvSpPr txBox="1"/>
          <p:nvPr/>
        </p:nvSpPr>
        <p:spPr>
          <a:xfrm>
            <a:off x="638881" y="457200"/>
            <a:ext cx="10909640" cy="1368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ore-KR" sz="6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selector</a:t>
            </a:r>
            <a:endParaRPr lang="en-US" altLang="ko-Kore-KR" sz="6600" dirty="0">
              <a:solidFill>
                <a:schemeClr val="bg1"/>
              </a:solidFill>
              <a:effectLst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14580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198</Words>
  <Application>Microsoft Office PowerPoint</Application>
  <PresentationFormat>와이드스크린</PresentationFormat>
  <Paragraphs>54</Paragraphs>
  <Slides>9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추성빈</dc:creator>
  <cp:lastModifiedBy>GGG</cp:lastModifiedBy>
  <cp:revision>10</cp:revision>
  <dcterms:created xsi:type="dcterms:W3CDTF">2025-11-11T12:44:05Z</dcterms:created>
  <dcterms:modified xsi:type="dcterms:W3CDTF">2025-12-02T00:01:59Z</dcterms:modified>
</cp:coreProperties>
</file>