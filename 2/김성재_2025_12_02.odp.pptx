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29" d="100"/>
          <a:sy n="29" d="100"/>
        </p:scale>
        <p:origin x="96" y="12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2E6662-64E4-4E1A-89F0-4141DB1469AF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C84ABB-17E6-48FD-B25B-1B5A9AC2F04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27120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C84ABB-17E6-48FD-B25B-1B5A9AC2F046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72057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C84ABB-17E6-48FD-B25B-1B5A9AC2F046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39046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31D136-2EDF-3256-ADA7-4FBF5908E7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0EDAAFF-499C-AC93-BC99-7B62BBF319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E737637-C17E-772A-0EF4-66B1CEABA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04DA9-B8E1-4324-B8C8-44715789413F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741A3FC-2104-6713-683D-2C107B791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1EC0439-B7B8-77FA-AC9A-7B0D49CC6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C4C19-9BB2-48A1-B498-D6F124957C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64832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A7CA61-7F47-018A-3667-CC622FEDE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F3CCB62-AFE6-4E1C-BF2D-4BA8586AD0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7DAC5F5-FFA8-DA08-EF8A-29FCC35C9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04DA9-B8E1-4324-B8C8-44715789413F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00C0288-6333-79D7-1F6A-2C0EBBA4E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D104D13-88A8-26DE-CF3E-3770B05F1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C4C19-9BB2-48A1-B498-D6F124957C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9235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80D000-8C3B-2A5E-0DCE-1E5935907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E60BE92-0E42-464A-AFD0-7CB7A5EA0A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57A4981-2E8D-333A-4E6E-20D047E2B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04DA9-B8E1-4324-B8C8-44715789413F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8FD1D68-04FB-0229-7424-B031BA28A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8093664-851B-725B-6A82-57F9F35B8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C4C19-9BB2-48A1-B498-D6F124957C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5434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30EAC1-EE6B-ED43-5C0F-C2A03D76A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354A35-537B-9494-9130-9E312F0694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02E46BC-C53B-2BCF-F528-B2D6E21FA4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90EEE60-F142-CCD1-077E-4F84808A7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04DA9-B8E1-4324-B8C8-44715789413F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9D05A74-065E-AB6F-8451-AC8344D0E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622518A-3926-12D2-F472-C4DB64000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C4C19-9BB2-48A1-B498-D6F124957C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32749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C994FF-2596-6C51-851F-F9C391637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5CD3637-CD23-632A-BE98-085625AF69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8196244-95D2-C125-D08E-0B3E17EDE5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1AD2E00-0A38-3883-EB62-BAAA81FBF3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5805059-E2AF-4910-BFF1-8DEA876ACD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5008A21-5394-1607-0470-76FE77E06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04DA9-B8E1-4324-B8C8-44715789413F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E9BC857-ACC6-E34E-1ACD-C1848D518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C96D19F-EAF4-469C-2965-DE53DD205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C4C19-9BB2-48A1-B498-D6F124957C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3554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A762EA-E8C1-97B4-9143-DB96B342C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67C170C-34A4-DD92-78B3-6DF7FCF23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04DA9-B8E1-4324-B8C8-44715789413F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0123486-4B3A-0202-6BAA-8649280CC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95659AE-F9F3-540D-F824-01670EF40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C4C19-9BB2-48A1-B498-D6F124957C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80470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C356181-4482-2733-F915-C234740AC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04DA9-B8E1-4324-B8C8-44715789413F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D5F6CEE-6A2F-FDE2-D7BA-7D9ADA693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7BDDD9F-4D80-9C92-47A1-C306E3AFD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C4C19-9BB2-48A1-B498-D6F124957C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57623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FA477D-78C2-8D62-11E3-87E55C88F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D1F5A78-EBDD-C483-750B-E78C7991CC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E47C663-334A-1052-7AC8-5C5F933507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793C6A3-8DC2-8132-8B94-F4EA15776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04DA9-B8E1-4324-B8C8-44715789413F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3E69D94-6413-EC81-AEB5-656484CC0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93D19C9-16A0-2592-5AFD-EC66036DA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C4C19-9BB2-48A1-B498-D6F124957C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5660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86DCAD-EC9C-BA5A-0FCF-3B9CA0DDA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34D8228-4E54-7B6A-B3FA-EDA41EA24E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DFE850B-D7C9-EDD2-5575-53B0D9BAE4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5270666-B735-C191-66F9-95F64908A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04DA9-B8E1-4324-B8C8-44715789413F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5D93F44-BF43-7EA9-B2BA-F0FE1FB6B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29DDFA6-2269-FC4E-499A-52963433D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C4C19-9BB2-48A1-B498-D6F124957C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22175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07F57C-7FDD-E99B-BA1E-F936C4A7E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A2D4639-4099-AAD6-05FC-D60A6D01D7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7D68C4E-2E60-80E2-4422-907693BF1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04DA9-B8E1-4324-B8C8-44715789413F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1D490BE-475C-5846-745F-0F841B285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AE1C2CB-2429-B793-A8E9-0C8A4C4C7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C4C19-9BB2-48A1-B498-D6F124957C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019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AE61C65-5FFC-888C-1BB3-F8758DF347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686D7B6-D222-8C4A-BBA8-7C62DCA763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FD7D253-7F47-A17F-4F68-C8B7A25A1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04DA9-B8E1-4324-B8C8-44715789413F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270540B-9EF2-ADCB-D55F-3B79C8441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D1ECF96-240F-C204-E149-030DF93CD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C4C19-9BB2-48A1-B498-D6F124957C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37797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70EB6B5-8F2F-2C50-E1ED-6D1BCBB9F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FCEB6F7-C214-38A6-6965-0BFB61371C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EAD7200-4DAE-1610-E3ED-0C207B9B3D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704DA9-B8E1-4324-B8C8-44715789413F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A36BCE6-04BD-C9A0-B26E-8700A126E8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660946-EE99-ED47-A68C-5833C82331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1C4C19-9BB2-48A1-B498-D6F124957C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9799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2E29E0-0D7B-250E-B57E-E81E2C2F8B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HTML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552206E-B2FE-9350-EFCD-C6D5499CB8C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1.HTML</a:t>
            </a:r>
            <a:r>
              <a:rPr lang="ko-KR" altLang="en-US" dirty="0"/>
              <a:t>이란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2.</a:t>
            </a:r>
            <a:r>
              <a:rPr lang="ko-KR" altLang="en-US" dirty="0"/>
              <a:t>주요 태그 정리</a:t>
            </a:r>
            <a:endParaRPr lang="en-US" altLang="ko-KR" dirty="0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8625133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54A3D8-E6B2-DC04-DD8E-C04AF9291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HTML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FD67A45-124F-E2FE-987C-0186A4C37E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 dirty="0"/>
              <a:t>웹 표준 문서 양식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 err="1"/>
              <a:t>HyperText</a:t>
            </a:r>
            <a:r>
              <a:rPr lang="en-US" altLang="ko-KR" dirty="0"/>
              <a:t> Markup Language</a:t>
            </a:r>
            <a:br>
              <a:rPr lang="en-US" altLang="ko-KR" dirty="0"/>
            </a:b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Hyper Text</a:t>
            </a:r>
          </a:p>
          <a:p>
            <a:pPr marL="0" indent="0">
              <a:buNone/>
            </a:pPr>
            <a:r>
              <a:rPr lang="ko-KR" altLang="en-US" dirty="0"/>
              <a:t>비선형 문서</a:t>
            </a:r>
          </a:p>
          <a:p>
            <a:pPr marL="0" indent="0">
              <a:buNone/>
            </a:pPr>
            <a:r>
              <a:rPr lang="en-US" altLang="ko-KR" dirty="0"/>
              <a:t>Markup Language </a:t>
            </a:r>
          </a:p>
          <a:p>
            <a:pPr marL="0" indent="0">
              <a:buNone/>
            </a:pPr>
            <a:r>
              <a:rPr lang="en-US" altLang="ko-KR" dirty="0"/>
              <a:t>tag</a:t>
            </a:r>
            <a:r>
              <a:rPr lang="ko-KR" altLang="en-US" dirty="0"/>
              <a:t>로 이루어짐 </a:t>
            </a:r>
          </a:p>
        </p:txBody>
      </p:sp>
    </p:spTree>
    <p:extLst>
      <p:ext uri="{BB962C8B-B14F-4D97-AF65-F5344CB8AC3E}">
        <p14:creationId xmlns:p14="http://schemas.microsoft.com/office/powerpoint/2010/main" val="38557664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3A72B0-5D9D-5988-9B87-9AA5312C6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HTML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7CD899D-B402-40B1-F5E1-229B539CF5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 dirty="0"/>
              <a:t>태그로 구성된다</a:t>
            </a:r>
            <a:r>
              <a:rPr lang="en-US" altLang="ko-KR" dirty="0"/>
              <a:t>&lt;div id="header" role ="banner" &gt;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태그는 복수개의 속성을 </a:t>
            </a:r>
            <a:r>
              <a:rPr lang="ko-KR" altLang="en-US" dirty="0" err="1"/>
              <a:t>가질수있다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결과는 브라우저에서 </a:t>
            </a:r>
            <a:r>
              <a:rPr lang="ko-KR" altLang="en-US" dirty="0" err="1"/>
              <a:t>확인가능하다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572231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428011-35CF-DF8E-EC8D-8563412F5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9640" y="-74104"/>
            <a:ext cx="10515600" cy="1325563"/>
          </a:xfrm>
        </p:spPr>
        <p:txBody>
          <a:bodyPr/>
          <a:lstStyle/>
          <a:p>
            <a:r>
              <a:rPr lang="en-US" altLang="ko-KR" dirty="0"/>
              <a:t>HTML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E466B6D-6957-B75E-667B-6BE1186215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9640" y="932688"/>
            <a:ext cx="10515600" cy="592531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ko-KR" sz="2000" dirty="0"/>
              <a:t>head</a:t>
            </a:r>
            <a:r>
              <a:rPr lang="ko-KR" altLang="en-US" sz="2000" dirty="0"/>
              <a:t>부분과 </a:t>
            </a:r>
            <a:r>
              <a:rPr lang="en-US" altLang="ko-KR" sz="2000" dirty="0"/>
              <a:t>body</a:t>
            </a:r>
            <a:r>
              <a:rPr lang="ko-KR" altLang="en-US" sz="2000" dirty="0"/>
              <a:t>로 구성됨</a:t>
            </a:r>
            <a:endParaRPr lang="en-US" altLang="ko-KR" sz="2000" dirty="0"/>
          </a:p>
          <a:p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&lt;html&gt; -- </a:t>
            </a:r>
            <a:r>
              <a:rPr lang="ko-KR" altLang="en-US" sz="2000" dirty="0"/>
              <a:t>루트</a:t>
            </a:r>
            <a:r>
              <a:rPr lang="en-US" altLang="ko-KR" sz="2000" dirty="0"/>
              <a:t>(</a:t>
            </a:r>
            <a:r>
              <a:rPr lang="ko-KR" altLang="en-US" sz="2000" dirty="0"/>
              <a:t>이 문서가 </a:t>
            </a:r>
            <a:r>
              <a:rPr lang="en-US" altLang="ko-KR" sz="2000" dirty="0"/>
              <a:t>html </a:t>
            </a:r>
            <a:r>
              <a:rPr lang="ko-KR" altLang="en-US" sz="2000" dirty="0"/>
              <a:t>문서이자 시작으로 알린다</a:t>
            </a:r>
            <a:r>
              <a:rPr lang="en-US" altLang="ko-KR" sz="2000" dirty="0"/>
              <a:t>)</a:t>
            </a:r>
          </a:p>
          <a:p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&lt;head&gt;</a:t>
            </a:r>
          </a:p>
          <a:p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&lt;/head&gt;</a:t>
            </a:r>
          </a:p>
          <a:p>
            <a:endParaRPr lang="ko-KR" altLang="en-US" sz="2000" dirty="0"/>
          </a:p>
          <a:p>
            <a:pPr marL="0" indent="0">
              <a:buNone/>
            </a:pPr>
            <a:r>
              <a:rPr lang="en-US" altLang="ko-KR" sz="2000" dirty="0"/>
              <a:t>&lt;body&gt;</a:t>
            </a:r>
          </a:p>
          <a:p>
            <a:pPr marL="0" indent="0">
              <a:buNone/>
            </a:pPr>
            <a:r>
              <a:rPr lang="ko-KR" altLang="en-US" sz="2000" dirty="0"/>
              <a:t>사용자 화면에 보여지는 내용들이 </a:t>
            </a:r>
            <a:r>
              <a:rPr lang="ko-KR" altLang="en-US" sz="2000" dirty="0" err="1"/>
              <a:t>들어감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&lt;/body&gt;</a:t>
            </a:r>
            <a:endParaRPr lang="ko-KR" altLang="en-US" sz="2000" dirty="0"/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html </a:t>
            </a:r>
            <a:r>
              <a:rPr lang="ko-KR" altLang="en-US" sz="2000" dirty="0"/>
              <a:t>주석</a:t>
            </a:r>
          </a:p>
          <a:p>
            <a:pPr marL="0" indent="0">
              <a:buNone/>
            </a:pPr>
            <a:r>
              <a:rPr lang="en-US" altLang="ko-KR" sz="2000" dirty="0"/>
              <a:t>&lt;!-- </a:t>
            </a:r>
            <a:r>
              <a:rPr lang="en-US" altLang="ko-KR" sz="2000" dirty="0" err="1"/>
              <a:t>xml,html</a:t>
            </a:r>
            <a:r>
              <a:rPr lang="en-US" altLang="ko-KR" sz="2000" dirty="0"/>
              <a:t> </a:t>
            </a:r>
            <a:r>
              <a:rPr lang="ko-KR" altLang="en-US" sz="2000" dirty="0"/>
              <a:t>공통</a:t>
            </a:r>
            <a:r>
              <a:rPr lang="en-US" altLang="ko-KR" sz="2000" dirty="0"/>
              <a:t>--&gt;</a:t>
            </a:r>
          </a:p>
          <a:p>
            <a:pPr marL="0" indent="0">
              <a:buNone/>
            </a:pPr>
            <a:r>
              <a:rPr lang="en-US" altLang="ko-KR" sz="2000" dirty="0"/>
              <a:t>&lt;!-- ctrl + b --&gt;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4190802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5BBDBD-0FD8-A546-1CBA-34E482FF7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Tag </a:t>
            </a:r>
            <a:r>
              <a:rPr lang="ko-KR" altLang="en-US" dirty="0"/>
              <a:t>구조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E4720D8-3662-49DB-EFEB-4E744365A7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dirty="0"/>
              <a:t>&lt; a &gt; - </a:t>
            </a:r>
            <a:r>
              <a:rPr lang="ko-KR" altLang="en-US" dirty="0" err="1"/>
              <a:t>여는태그</a:t>
            </a:r>
            <a:endParaRPr lang="ko-KR" altLang="en-US" dirty="0"/>
          </a:p>
          <a:p>
            <a:pPr marL="0" indent="0">
              <a:buNone/>
            </a:pPr>
            <a:r>
              <a:rPr lang="en-US" altLang="ko-KR" dirty="0"/>
              <a:t>&lt;/a &gt; - </a:t>
            </a:r>
            <a:r>
              <a:rPr lang="ko-KR" altLang="en-US" dirty="0" err="1"/>
              <a:t>닫는태그</a:t>
            </a:r>
            <a:endParaRPr lang="ko-KR" altLang="en-US" dirty="0"/>
          </a:p>
          <a:p>
            <a:endParaRPr lang="ko-KR" altLang="en-US" dirty="0"/>
          </a:p>
          <a:p>
            <a:pPr marL="0" indent="0">
              <a:buNone/>
            </a:pPr>
            <a:r>
              <a:rPr lang="en-US" altLang="ko-KR" dirty="0"/>
              <a:t>&lt;a/&gt; - Empty </a:t>
            </a:r>
            <a:r>
              <a:rPr lang="ko-KR" altLang="en-US" dirty="0"/>
              <a:t>태그 </a:t>
            </a:r>
          </a:p>
          <a:p>
            <a:endParaRPr lang="ko-KR" altLang="en-US" dirty="0"/>
          </a:p>
          <a:p>
            <a:pPr marL="0" indent="0">
              <a:buNone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383466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6E647D-608B-23D8-4C86-3EE1D9B5C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주요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488E144-4FA1-3968-A391-C2B1C6B581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크로스 </a:t>
            </a:r>
            <a:r>
              <a:rPr lang="ko-KR" altLang="en-US" dirty="0" err="1"/>
              <a:t>브라우징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7F9476C-AEA1-BA1A-2880-842DB80964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" y="2847975"/>
            <a:ext cx="11925300" cy="2533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2369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D042C0-70FF-8910-1809-BDA01DCBA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주요 </a:t>
            </a:r>
            <a:r>
              <a:rPr lang="en-US" altLang="ko-KR" dirty="0"/>
              <a:t>Tag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909558D-340F-A6E7-26C0-44A43A11B4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ko-KR" dirty="0"/>
              <a:t>&lt;</a:t>
            </a:r>
            <a:r>
              <a:rPr lang="en-US" altLang="ko-KR" dirty="0" err="1"/>
              <a:t>br</a:t>
            </a:r>
            <a:r>
              <a:rPr lang="en-US" altLang="ko-KR" dirty="0"/>
              <a:t>&gt; - </a:t>
            </a:r>
            <a:r>
              <a:rPr lang="ko-KR" altLang="en-US" dirty="0" err="1"/>
              <a:t>줄바꿈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&lt;p&gt; - </a:t>
            </a:r>
            <a:r>
              <a:rPr lang="ko-KR" altLang="en-US" dirty="0"/>
              <a:t>문단 태그 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&lt;</a:t>
            </a:r>
            <a:r>
              <a:rPr lang="en-US" altLang="ko-KR" dirty="0" err="1"/>
              <a:t>hn</a:t>
            </a:r>
            <a:r>
              <a:rPr lang="en-US" altLang="ko-KR" dirty="0"/>
              <a:t>&gt; ~ &lt;</a:t>
            </a:r>
            <a:r>
              <a:rPr lang="en-US" altLang="ko-KR" dirty="0" err="1"/>
              <a:t>hn</a:t>
            </a:r>
            <a:r>
              <a:rPr lang="en-US" altLang="ko-KR" dirty="0"/>
              <a:t>&gt; : </a:t>
            </a:r>
            <a:r>
              <a:rPr lang="ko-KR" altLang="en-US" dirty="0"/>
              <a:t>제목</a:t>
            </a:r>
            <a:r>
              <a:rPr lang="en-US" altLang="ko-KR" dirty="0"/>
              <a:t>(</a:t>
            </a:r>
            <a:r>
              <a:rPr lang="ko-KR" altLang="en-US" dirty="0"/>
              <a:t>목차</a:t>
            </a:r>
            <a:r>
              <a:rPr lang="en-US" altLang="ko-KR" dirty="0"/>
              <a:t>)</a:t>
            </a:r>
            <a:r>
              <a:rPr lang="ko-KR" altLang="en-US" dirty="0"/>
              <a:t>를 </a:t>
            </a:r>
            <a:r>
              <a:rPr lang="ko-KR" altLang="en-US" dirty="0" err="1"/>
              <a:t>나타낼때</a:t>
            </a:r>
            <a:r>
              <a:rPr lang="ko-KR" altLang="en-US" dirty="0"/>
              <a:t> 사용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r>
              <a:rPr lang="en-US" altLang="ko-KR" dirty="0"/>
              <a:t>&lt;</a:t>
            </a:r>
            <a:r>
              <a:rPr lang="en-US" altLang="ko-KR" dirty="0" err="1"/>
              <a:t>ul</a:t>
            </a:r>
            <a:r>
              <a:rPr lang="en-US" altLang="ko-KR" dirty="0"/>
              <a:t>&gt;~&lt;/</a:t>
            </a:r>
            <a:r>
              <a:rPr lang="en-US" altLang="ko-KR" dirty="0" err="1"/>
              <a:t>ul</a:t>
            </a:r>
            <a:r>
              <a:rPr lang="en-US" altLang="ko-KR" dirty="0"/>
              <a:t>&gt; : </a:t>
            </a:r>
            <a:r>
              <a:rPr lang="ko-KR" altLang="en-US" dirty="0"/>
              <a:t>순서가 없는 목록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&lt;</a:t>
            </a:r>
            <a:r>
              <a:rPr lang="en-US" altLang="ko-KR" dirty="0" err="1"/>
              <a:t>ol</a:t>
            </a:r>
            <a:r>
              <a:rPr lang="en-US" altLang="ko-KR" dirty="0"/>
              <a:t>&gt;~&lt;/</a:t>
            </a:r>
            <a:r>
              <a:rPr lang="en-US" altLang="ko-KR" dirty="0" err="1"/>
              <a:t>ol</a:t>
            </a:r>
            <a:r>
              <a:rPr lang="en-US" altLang="ko-KR" dirty="0"/>
              <a:t>&gt; : </a:t>
            </a:r>
            <a:r>
              <a:rPr lang="ko-KR" altLang="en-US" dirty="0"/>
              <a:t>순서가 있는 목록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&lt;a&gt;~&lt;/a&gt; Anchor </a:t>
            </a:r>
            <a:r>
              <a:rPr lang="ko-KR" altLang="en-US" dirty="0"/>
              <a:t>하이퍼링크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2895881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77F1EB-2ED1-A34A-127B-4D3070E00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주요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3C857-EBE7-AE29-6886-5ADE1BECB4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dirty="0"/>
              <a:t>selector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태그선택자	</a:t>
            </a:r>
            <a:r>
              <a:rPr lang="en-US" altLang="ko-KR" dirty="0" err="1"/>
              <a:t>ol</a:t>
            </a:r>
            <a:r>
              <a:rPr lang="en-US" altLang="ko-KR" dirty="0"/>
              <a:t> : </a:t>
            </a:r>
            <a:r>
              <a:rPr lang="ko-KR" altLang="en-US" dirty="0"/>
              <a:t>태그이름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클래스 </a:t>
            </a:r>
            <a:r>
              <a:rPr lang="ko-KR" altLang="en-US" dirty="0" err="1"/>
              <a:t>선택자</a:t>
            </a:r>
            <a:r>
              <a:rPr lang="ko-KR" altLang="en-US" dirty="0"/>
              <a:t>	</a:t>
            </a:r>
            <a:r>
              <a:rPr lang="en-US" altLang="ko-KR" dirty="0"/>
              <a:t>.some:</a:t>
            </a:r>
            <a:r>
              <a:rPr lang="ko-KR" altLang="en-US" dirty="0"/>
              <a:t>속성</a:t>
            </a:r>
            <a:r>
              <a:rPr lang="en-US" altLang="ko-KR" dirty="0"/>
              <a:t>&lt;class&gt;</a:t>
            </a:r>
            <a:r>
              <a:rPr lang="ko-KR" altLang="en-US" dirty="0"/>
              <a:t>이 </a:t>
            </a:r>
            <a:r>
              <a:rPr lang="en-US" altLang="ko-KR" dirty="0"/>
              <a:t>some</a:t>
            </a:r>
            <a:r>
              <a:rPr lang="ko-KR" altLang="en-US" dirty="0" err="1"/>
              <a:t>인것</a:t>
            </a:r>
            <a:endParaRPr lang="ko-KR" altLang="en-US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아이디 </a:t>
            </a:r>
            <a:r>
              <a:rPr lang="ko-KR" altLang="en-US" dirty="0" err="1"/>
              <a:t>선택자</a:t>
            </a:r>
            <a:r>
              <a:rPr lang="ko-KR" altLang="en-US" dirty="0"/>
              <a:t>	</a:t>
            </a:r>
            <a:r>
              <a:rPr lang="en-US" altLang="ko-KR" dirty="0"/>
              <a:t>#other:</a:t>
            </a:r>
            <a:r>
              <a:rPr lang="ko-KR" altLang="en-US" dirty="0"/>
              <a:t>속성</a:t>
            </a:r>
            <a:r>
              <a:rPr lang="en-US" altLang="ko-KR" dirty="0"/>
              <a:t>&lt;id&gt;</a:t>
            </a:r>
            <a:r>
              <a:rPr lang="ko-KR" altLang="en-US" dirty="0"/>
              <a:t>이 </a:t>
            </a:r>
            <a:r>
              <a:rPr lang="en-US" altLang="ko-KR" dirty="0"/>
              <a:t>other</a:t>
            </a:r>
            <a:r>
              <a:rPr lang="ko-KR" altLang="en-US" dirty="0" err="1"/>
              <a:t>인것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238741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208</Words>
  <Application>Microsoft Office PowerPoint</Application>
  <PresentationFormat>와이드스크린</PresentationFormat>
  <Paragraphs>61</Paragraphs>
  <Slides>8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맑은 고딕</vt:lpstr>
      <vt:lpstr>Arial</vt:lpstr>
      <vt:lpstr>Office 테마</vt:lpstr>
      <vt:lpstr>HTML</vt:lpstr>
      <vt:lpstr>HTML</vt:lpstr>
      <vt:lpstr>HTML</vt:lpstr>
      <vt:lpstr>HTML</vt:lpstr>
      <vt:lpstr>Tag 구조</vt:lpstr>
      <vt:lpstr>주요</vt:lpstr>
      <vt:lpstr>주요 Tag</vt:lpstr>
      <vt:lpstr>주요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GGG</dc:creator>
  <cp:lastModifiedBy>GGG</cp:lastModifiedBy>
  <cp:revision>3</cp:revision>
  <dcterms:created xsi:type="dcterms:W3CDTF">2025-12-01T09:35:48Z</dcterms:created>
  <dcterms:modified xsi:type="dcterms:W3CDTF">2025-12-02T00:03:49Z</dcterms:modified>
</cp:coreProperties>
</file>