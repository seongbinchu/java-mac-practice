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5" r:id="rId1"/>
  </p:sldMasterIdLst>
  <p:notesMasterIdLst>
    <p:notesMasterId r:id="rId10"/>
  </p:notesMasterIdLst>
  <p:sldIdLst>
    <p:sldId id="256" r:id="rId2"/>
    <p:sldId id="262" r:id="rId3"/>
    <p:sldId id="309" r:id="rId4"/>
    <p:sldId id="310" r:id="rId5"/>
    <p:sldId id="312" r:id="rId6"/>
    <p:sldId id="313" r:id="rId7"/>
    <p:sldId id="314" r:id="rId8"/>
    <p:sldId id="31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24" autoAdjust="0"/>
    <p:restoredTop sz="94781"/>
  </p:normalViewPr>
  <p:slideViewPr>
    <p:cSldViewPr snapToGrid="0">
      <p:cViewPr varScale="1">
        <p:scale>
          <a:sx n="67" d="100"/>
          <a:sy n="67" d="100"/>
        </p:scale>
        <p:origin x="96" y="45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0ACE-7E74-2A0D-41C0-2A1B2C01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79D74F-4459-CC4C-26C7-E24553230DB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EECFA9EF-737B-5E2C-71C2-3F971964C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691CDF5B-3CCB-A591-2C35-153ECC7DC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2575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CC77C-6237-06E8-3A70-503C4C2F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E7F6707E-08A9-CE4B-0144-F31F73C0D6E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BBE072E2-C576-7A68-687E-E0FE6A855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BE2A8BB8-2EF5-AABB-D7AC-DB356E12A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466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02353-3449-E989-9707-45A921C6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CDF47506-E08B-88E1-519E-CDA33196151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17CE21F-0D75-CB1C-CE70-64D7724C2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6D096E23-96EC-DBBE-135D-3247DF1B1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675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66E42-81C4-8F95-5325-125048B0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FA5FD78F-BAF9-444B-050A-C0CCAD08232C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35D020B4-5986-62E2-6F02-6E3BE5050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9BE9857-4478-D12A-2433-DD8D99C77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692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5D24-1259-0857-FC49-ADEF84E7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D57953CA-1038-04FE-3442-A52CAEB46E5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B7052FE4-2EC1-0213-4A2C-B6569E936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DC4FFF6F-0EA2-0DB3-FF53-AE7FD53ED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6347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6659-D25E-73A2-2C6B-2EFA5A4F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3517116E-B642-AEC5-8E6C-6ECC252D623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498B4AE9-A75C-87C8-32B7-434D572D2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A54B4449-F4CD-6789-6906-CE2F8DAEF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8089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8DE67-AC30-8C38-217A-A254B9701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9FC787-E4EC-E98A-83F5-F7A4E4427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5BD5A1-6EAF-DEF2-5243-7B81345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28F2E-434C-0992-05CD-C89D381FB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42EF6E-1A09-599C-0CCA-835524FD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80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858A9E-9E82-B458-B0FC-6A0FE450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C3B8FB-1036-7F56-D006-0B974F169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65299-F2FF-CDAA-923A-441E8DFC0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5A3B9C-4582-C220-4E4A-59381E30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306A51-4F4D-1C49-1AC8-C90AA42C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32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5319E-5DD2-7995-B89C-2B659A0A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BDC39E-A4BE-F681-D470-40CE7A568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2BC2A5-1E37-C729-F1AB-7E9E9FFA0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CB4C13-488C-564C-87F4-F613F5E1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41FC4F-68E5-EDA1-4FAA-31E8453E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31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F621A-065B-99AE-587F-31809F04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F4325E-E96A-11D9-1C19-244962B09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A33AC9-3329-FB85-B1E9-2FB6BC975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26D8D0-354B-F4D2-A667-D4987678E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813765-ED9C-6FB3-BB11-00D9AE88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7D9474-5037-2D8E-03F2-7CE4E7D05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59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797D0-B710-83C8-E393-2208976F9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EE4FC-93F8-FA4F-DFB2-6ADAB1972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41A780-4D45-7294-784A-CB28AA778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7E9017-4645-36D8-AE34-79F70EA59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6CBE5F-E7A6-8B66-759A-0214352A1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FDF8AB-B660-A25F-ACDF-E1941BC4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B47873-FC0F-6C82-C347-C212FA70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BBE585-0068-6EE2-4CD0-958CD3D5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858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B2D90-E4BA-4ECC-1F89-8446D222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1AD6D9-7618-7892-B830-AEC17F41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08EEAC-9917-45EC-A6C1-8DE5D894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32C07F-16BD-5713-633F-3F9ABED6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266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EBC200-6062-153E-90A3-C76BC367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684D97-2C40-1E9C-CE7D-D7E29429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BA8C4C-C687-1308-1DCB-6BA2BEB6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09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2FADB-7EA2-BD2B-D106-114E2751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AD8D46-DBC8-AE53-4BE3-C8E6083C8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0D3889-52A3-71E7-D8EB-DD688D3A6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9D2438-9E4C-891D-3303-485B7375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99B134-E517-374C-9A20-1499421B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FA30A8-8DE5-E05C-CA13-468756E9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238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E5678-162F-B054-DD55-06A63685F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9DACAB-BB16-B7BB-9693-F4800E477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8AD256-BC71-26C3-4194-AE9DD4BDF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F6076C-4585-7BAB-A3BA-07EA785FE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75A451-D815-EA16-A01A-FA826B50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52401B-B292-6990-969D-0641ED7D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26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09B0F3-66D6-1CED-7696-D7D9FA83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4814DD-E8A0-D38D-3C4B-448E1C5BC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55962-7B91-AA23-47D3-91EA2EC1F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4539-946E-FFF7-B74F-62C851E2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E339EF-B1F8-3212-81BB-1457B0C8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64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231B09-5140-725E-52FC-4978FEA04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7EF217-9A97-C667-73A6-F1F20AA86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36AF7-755B-F4B9-FE89-73343DA2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013964-D15C-882C-6EC3-0B8F6C07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419CFC-2FBD-84A0-C6DC-8B34C747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40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446A30-DA89-F860-69F3-4DDE9106A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B1529-4951-18B0-4BCA-0C041261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013818-A65A-31F9-0FED-D3DC8382C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5A6D3-B110-474F-9214-D703C00004DE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5EE0F2-0FD1-E420-5C32-88E45323E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28EE0-610A-2E67-F863-E22E7E39C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00312-6118-4379-A224-E10133FDB1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68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Java</a:t>
            </a:r>
            <a:r>
              <a:rPr lang="ko-KR" altLang="en-US"/>
              <a:t> 내용정리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2025.12.02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dirty="0"/>
              <a:t>HTML </a:t>
            </a:r>
            <a:r>
              <a:rPr lang="ko-KR" altLang="en-US" dirty="0"/>
              <a:t>개요</a:t>
            </a:r>
            <a:endParaRPr lang="en-US" altLang="ko-K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C11D5F-49E7-2B2D-5D2B-EF235FAEB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8783"/>
            <a:ext cx="5927007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(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HyperText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Markup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웹 표준 문서 양식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비선형 문서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Markup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Tag로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이루어진 문서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주요 특징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태그(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)로 구성 (예: 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div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header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"&gt;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태그는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lang="ko-KR" altLang="en-US" sz="2400" dirty="0" err="1">
                <a:latin typeface="Arial" panose="020B0604020202020204" pitchFamily="34" charset="0"/>
              </a:rPr>
              <a:t>를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가질 수 있음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텍스트 파일 (메모장 편집 가능)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확장자: 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htm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html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웹 브라우저를 통해 결과 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9CDB-3DCC-B375-D079-F926B432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01F92-9A22-47FA-FA55-56F827EC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dirty="0"/>
              <a:t>HTML </a:t>
            </a:r>
            <a:r>
              <a:rPr lang="ko-KR" altLang="en-US" dirty="0"/>
              <a:t>문서 구조</a:t>
            </a:r>
            <a:endParaRPr lang="en-US" altLang="ko-K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2070AB-93CE-D046-11FE-A65895C7A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89975"/>
            <a:ext cx="5027338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기본 구조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크게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와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body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로 구성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주석 표기: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&lt;!- - 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주석내용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--&gt;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주요 태그 역할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&lt;!DOCTYPE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html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HTML5 버전 선언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html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문서의 시작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설정 및 부가정보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meta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title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등)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body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실제 화면에 보여지는 내용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닫는건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&lt;/</a:t>
            </a:r>
            <a:r>
              <a:rPr lang="ko-KR" altLang="en-US" sz="2000" dirty="0">
                <a:latin typeface="Arial" panose="020B0604020202020204" pitchFamily="34" charset="0"/>
              </a:rPr>
              <a:t>키워드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</a:t>
            </a:r>
            <a:r>
              <a:rPr kumimoji="0" lang="ko-KR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이래야됨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줄바꿈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처리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엔터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)는 적용되지 않음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태그 사용하여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줄바꿈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Break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80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1681-EF11-1F31-F20F-8BBFB1F1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D6F7D-C3AE-156F-C13E-C77BA15F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dirty="0"/>
              <a:t>태그</a:t>
            </a:r>
            <a:r>
              <a:rPr lang="en-US" altLang="ko-KR" dirty="0"/>
              <a:t>(Tag)</a:t>
            </a:r>
            <a:r>
              <a:rPr lang="ko-KR" altLang="en-US" dirty="0"/>
              <a:t>의 구조와 종류</a:t>
            </a:r>
            <a:endParaRPr lang="en-US" altLang="ko-K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94007C-C548-5F48-CB4C-977E861E8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2145090"/>
            <a:ext cx="803457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태그 작성법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여는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&lt;태그이름 속성="값"&gt;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닫는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&lt;/태그이름&gt;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Empty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&gt;&lt;/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또는 닫는 태그 없음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구조와 스타일의 분리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HTML은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문서의 구조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만 담당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디자인(스타일)은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담당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align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등 스타일 속성은 지양)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크로스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브라우징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모든 브라우저에서 동일하게 보이도록 처리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하는 것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21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51A4-C7BE-C589-673D-871CFB90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14753-D33F-6F7E-79E7-04DE73B2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dirty="0"/>
              <a:t>텍스트 관련 태그</a:t>
            </a:r>
            <a:r>
              <a:rPr lang="en-US" altLang="ko-KR" dirty="0"/>
              <a:t>(Semantic)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F7E265-53D0-2A96-75AB-0947FBAD8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8498" y="2190126"/>
            <a:ext cx="468750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헤더 태그 (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hn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&lt;h1&gt;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~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&lt;h6&gt;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(1이 가장 큼)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검색 유입을 위한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주제(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표현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자동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줄바꿈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및 여백 포함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글자 모양 태그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볼드체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(단순 굵게)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strong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중요한 내용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(의미 강조)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문단 띄우기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수평선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font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글자체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CSS에서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처리 권장)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54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A208-4901-FA0D-1835-24A11AFA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051B5-C0E9-F752-3CA2-0ABE0FD5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dirty="0"/>
              <a:t>목록</a:t>
            </a:r>
            <a:r>
              <a:rPr lang="en-US" altLang="ko-KR" dirty="0"/>
              <a:t>(List) </a:t>
            </a:r>
            <a:r>
              <a:rPr lang="ko-KR" altLang="en-US" dirty="0"/>
              <a:t>및 </a:t>
            </a:r>
            <a:r>
              <a:rPr lang="ko-KR" altLang="en-US" dirty="0" err="1"/>
              <a:t>선택자</a:t>
            </a:r>
            <a:r>
              <a:rPr lang="en-US" altLang="ko-KR" dirty="0"/>
              <a:t>(Selector)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3500AC-842C-3C32-DBFD-75D94BF27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530853"/>
            <a:ext cx="544642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목록 태그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Unordered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순서 없는 목록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Ordered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순서 있는 목록 (1, 2, 3...)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Item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목록의 항목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선택자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Selector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태그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선택자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예)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ol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클래스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선택자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예)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some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class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="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some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선택자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예)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#other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="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other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3CD5-6A81-D2B2-CB7D-D52F2CB9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78365-1F0C-51C8-80F1-5AAA42D25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dirty="0"/>
              <a:t>이미지 </a:t>
            </a:r>
            <a:r>
              <a:rPr lang="en-US" altLang="ko-KR" dirty="0"/>
              <a:t>/ </a:t>
            </a:r>
            <a:r>
              <a:rPr lang="ko-KR" altLang="en-US" dirty="0"/>
              <a:t>링크</a:t>
            </a:r>
            <a:endParaRPr lang="en-US" altLang="ko-K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A6436CB-62F2-ACB2-85D7-30A624B93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2013228"/>
            <a:ext cx="623760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이미지 (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img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src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파일 경로 또는 URL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이미지를 불러올 수 없을 때 대체 텍스트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링크 (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Anchor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href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연결할 문서의 위치 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Hyper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Link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Reference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창이 열릴 위치 (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blank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새 창,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self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현재 창)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페이지 내 특정 위치로 이동 시 사용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05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8DA0-0B82-A362-FA9C-1BAF8A1A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9AEA4-8A4E-A776-F980-385D0C64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dirty="0"/>
              <a:t>특수문자 및 </a:t>
            </a:r>
            <a:r>
              <a:rPr lang="en-US" altLang="ko-KR" dirty="0"/>
              <a:t>BODY </a:t>
            </a:r>
            <a:r>
              <a:rPr lang="ko-KR" altLang="en-US" dirty="0"/>
              <a:t>속성</a:t>
            </a:r>
            <a:endParaRPr lang="en-US" altLang="ko-K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7580EA-4E69-6FE0-D306-F9ACCCC0C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1859339"/>
            <a:ext cx="484414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특수문자 (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(&lt;) /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(&gt;)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ko-KR" sz="2000" dirty="0"/>
              <a:t>less than / great than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nbsp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(공백)</a:t>
            </a:r>
            <a:r>
              <a:rPr lang="ko-KR" altLang="en-US" sz="2000" dirty="0"/>
              <a:t> </a:t>
            </a:r>
            <a:r>
              <a:rPr lang="en-US" altLang="ko-KR" sz="2000" dirty="0"/>
              <a:t>non breaking space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amp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(&amp;) /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quot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(")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BODY 태그 속성 (문서 전체 영향)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link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링크 텍스트 색상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vlink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방문한 링크 색상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alink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클릭 활성 상태 색상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3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512</Words>
  <Application>Microsoft Office PowerPoint</Application>
  <PresentationFormat>와이드스크린</PresentationFormat>
  <Paragraphs>87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 Unicode MS</vt:lpstr>
      <vt:lpstr>맑은 고딕</vt:lpstr>
      <vt:lpstr>Arial</vt:lpstr>
      <vt:lpstr>Calibri</vt:lpstr>
      <vt:lpstr>Office 테마</vt:lpstr>
      <vt:lpstr>Java 내용정리</vt:lpstr>
      <vt:lpstr>HTML 개요</vt:lpstr>
      <vt:lpstr>HTML 문서 구조</vt:lpstr>
      <vt:lpstr>태그(Tag)의 구조와 종류</vt:lpstr>
      <vt:lpstr>텍스트 관련 태그(Semantic)</vt:lpstr>
      <vt:lpstr>목록(List) 및 선택자(Selector)</vt:lpstr>
      <vt:lpstr>이미지 / 링크</vt:lpstr>
      <vt:lpstr>특수문자 및 BODY 속성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GGG</dc:creator>
  <cp:lastModifiedBy>GGG</cp:lastModifiedBy>
  <cp:revision>97</cp:revision>
  <dcterms:created xsi:type="dcterms:W3CDTF">2025-11-06T08:34:17Z</dcterms:created>
  <dcterms:modified xsi:type="dcterms:W3CDTF">2025-12-01T09:56:15Z</dcterms:modified>
  <cp:version/>
</cp:coreProperties>
</file>