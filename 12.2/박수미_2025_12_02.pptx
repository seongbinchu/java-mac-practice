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9D332-5B62-4AEC-9CA9-F1B54CE7D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878AB8-B1AE-4CF5-9B66-7A73E4446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88C2BF-96F0-42CF-A626-BA0ECA915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64199-E60E-49DE-9ED7-1345DA5D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2C541-0250-42D5-961C-69373482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954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0C0C5-7E13-4610-8266-07297143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AC137-7C04-472F-AC9B-62B19EDC8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D49259-B6DD-4412-99AC-08BA402BF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CADE7-FFFC-44F6-9509-7446B4F7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B22957-9D35-4FC2-9944-37DBAE49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571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6161A-8C2C-4BBD-B445-6CD2BC7B5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27F79C-4EE0-40E6-9CDD-319FDFA32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9F31F-1CE6-4F33-A921-00273FB6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E4A0D-E34C-47F4-B20A-88E865DC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2E502-44E7-4D44-B55F-B32EC200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28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F281E-9B42-4DE8-8C91-7AA7DE60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43409-9592-4515-9470-AF8153CAF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AE54B1-F8B9-4C0E-A80A-C0F9F5515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6CBF17-16A4-44E8-B651-97C3E9AB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DFE7DB-A15F-4F15-A045-232CE506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4B70AF-9020-4C61-B05C-D741FD66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35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121CE-552D-4FB3-87ED-3A540D73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F22D2D-84B6-44D3-85A2-9816C2D1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424D22-3B5D-454A-A5CD-8E398E7A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06D08-DB88-4414-A337-87936AAF9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66F38E-D11A-4698-93F1-1EFF112C9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9A756C-39CF-4019-A536-D7ABBAE5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2F7123-D3A9-4886-AB46-140137E78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DBE259-F744-483C-A105-9CCF199C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682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470A6-A044-455F-A0C5-2154FDA4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B0C70B-1A5F-49BC-BEAC-B77BD7CC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F90483-E7EE-40E5-A179-8C143140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9C0FC1-5671-4B68-B858-912634FF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25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8A4B4F-E9F0-499F-BE2B-64F22EFB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80DB45-4A75-47F1-ABB7-B7F12115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CA86FC-FD3D-4F12-85BB-4BF433D9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4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40F74-4127-4AFA-B801-945EDFC0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FFD1A-8346-4F42-8967-E4E496B4D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C0A32C-B435-470B-9F5B-1E43432A5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DAE1B1-2301-4732-AA03-C8BB04CAE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9F8008-55E2-4F35-831A-4B8610D1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FEC97-9522-4461-8E64-5E2797D3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07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3B702-640B-4380-A4FE-D20C08318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7A5315-DC8E-4C87-A071-9FD937173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8EE1FD-57E3-4DE0-999F-9F380A702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4A3986-9EDD-4EAB-81F2-0B39802C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D2F3E2-98F9-4274-BE8D-4D57FBC2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AB97EE-0BAD-46C4-9F04-44B95384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600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2DD3A-27B0-4084-8E37-B41D313D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82220F-858B-4ACA-A67B-4C8229F2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8A596-C775-46B0-91E7-2EA4FC36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F5DB25-4045-4BDA-A94A-7D24B2C3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8F9D2D-15B6-4DFF-99F9-DEBB88AB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9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3BA7B9-B372-464A-BE93-0DC86AA45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9D8AE2-D53B-421B-971F-A055B5DBF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9B42D5-4BCF-4CC3-B6F1-75E46075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79F151-887A-49D7-AFE2-E90C9E64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5BD059-0889-43C2-A4A4-1399F9D1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90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4B7198-303E-46BB-8C0E-5D58B6CA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AE851A-1485-4D75-9563-ACD7E9184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A901CD-6A30-4AB0-83D8-9CAB8C70B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DA52F-E51E-44F7-8781-01A007A9BA4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60949A-ABDD-41A0-BBB0-013C2A343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49619-4338-4099-A02E-EC1D9E4BD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97A5B-5F51-4CAC-BD39-8123F3F3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6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06C48-851A-4B2F-9296-065ECB286B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2025.12.01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42E797-2FA6-4418-9941-3FC0F64809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박수미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963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8DEA55-598B-4FD5-8CD0-F7FC3B4AFE89}"/>
              </a:ext>
            </a:extLst>
          </p:cNvPr>
          <p:cNvSpPr txBox="1"/>
          <p:nvPr/>
        </p:nvSpPr>
        <p:spPr>
          <a:xfrm>
            <a:off x="194733" y="186266"/>
            <a:ext cx="1199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HTML</a:t>
            </a:r>
            <a:endParaRPr lang="ko-KR" alt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8C47D-53F3-42E3-939A-BC3B3218633E}"/>
              </a:ext>
            </a:extLst>
          </p:cNvPr>
          <p:cNvSpPr txBox="1"/>
          <p:nvPr/>
        </p:nvSpPr>
        <p:spPr>
          <a:xfrm>
            <a:off x="194733" y="1075267"/>
            <a:ext cx="9563387" cy="2790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dirty="0"/>
              <a:t>웹 표준 문서 양식</a:t>
            </a:r>
            <a:endParaRPr lang="en-US" altLang="ko-KR" sz="2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2400" dirty="0"/>
              <a:t>Hyper Text Markup Language : </a:t>
            </a:r>
            <a:r>
              <a:rPr lang="ko-KR" altLang="en-US" sz="2400" dirty="0"/>
              <a:t>비선형 문서</a:t>
            </a:r>
            <a:r>
              <a:rPr lang="en-US" altLang="ko-KR" sz="2400" dirty="0"/>
              <a:t>, Tag</a:t>
            </a:r>
            <a:r>
              <a:rPr lang="ko-KR" altLang="en-US" sz="2400" dirty="0"/>
              <a:t>로 이루어진 문서</a:t>
            </a:r>
            <a:endParaRPr lang="en-US" altLang="ko-KR" sz="2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2400" dirty="0"/>
              <a:t>Tag</a:t>
            </a:r>
            <a:r>
              <a:rPr lang="ko-KR" altLang="en-US" sz="2400" dirty="0"/>
              <a:t>는 복수개의 속성을 가질 수 있다 </a:t>
            </a:r>
            <a:r>
              <a:rPr lang="en-US" altLang="ko-KR" sz="2400" dirty="0"/>
              <a:t>(ex : </a:t>
            </a:r>
            <a:r>
              <a:rPr lang="en-US" altLang="ko-KR" sz="2400" dirty="0" err="1"/>
              <a:t>id,role</a:t>
            </a:r>
            <a:r>
              <a:rPr lang="en-US" altLang="ko-KR" sz="2400" dirty="0"/>
              <a:t> </a:t>
            </a:r>
            <a:r>
              <a:rPr lang="ko-KR" altLang="en-US" sz="2400" dirty="0"/>
              <a:t>등등</a:t>
            </a:r>
            <a:r>
              <a:rPr lang="en-US" altLang="ko-KR" sz="2400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dirty="0"/>
              <a:t>결과확인은 웹 브라우저를 통해서 할 수 있다</a:t>
            </a:r>
            <a:r>
              <a:rPr lang="en-US" altLang="ko-KR" sz="24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dirty="0"/>
              <a:t>문서구조 </a:t>
            </a:r>
            <a:r>
              <a:rPr lang="en-US" altLang="ko-KR" sz="2400" dirty="0"/>
              <a:t>: </a:t>
            </a:r>
            <a:r>
              <a:rPr lang="ko-KR" altLang="en-US" sz="2400" dirty="0"/>
              <a:t>시작태그가 있으면 마감 태그가 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914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1D0123-84C9-43C3-B4DB-3323A02FBB20}"/>
              </a:ext>
            </a:extLst>
          </p:cNvPr>
          <p:cNvSpPr txBox="1"/>
          <p:nvPr/>
        </p:nvSpPr>
        <p:spPr>
          <a:xfrm>
            <a:off x="541867" y="296333"/>
            <a:ext cx="6129498" cy="6114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&lt;title&gt; &lt;/title&gt;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</a:t>
            </a:r>
            <a:r>
              <a:rPr lang="en-US" altLang="ko-KR" sz="2400" dirty="0" err="1"/>
              <a:t>br</a:t>
            </a:r>
            <a:r>
              <a:rPr lang="en-US" altLang="ko-KR" sz="2400" dirty="0"/>
              <a:t>/&gt;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&lt;p&gt; &lt;/p&gt;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&lt;h1&gt; &lt;/h1&gt; ~ &lt;h6&gt; &lt;/h6&gt;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&lt;b&gt; &lt;/b&gt;, &lt;strong&gt; &lt;/strong&gt;, &lt;</a:t>
            </a:r>
            <a:r>
              <a:rPr lang="en-US" altLang="ko-KR" sz="2400" dirty="0" err="1"/>
              <a:t>i</a:t>
            </a:r>
            <a:r>
              <a:rPr lang="en-US" altLang="ko-KR" sz="2400" dirty="0"/>
              <a:t>&gt; &lt;/</a:t>
            </a:r>
            <a:r>
              <a:rPr lang="en-US" altLang="ko-KR" sz="2400" dirty="0" err="1"/>
              <a:t>i</a:t>
            </a:r>
            <a:r>
              <a:rPr lang="en-US" altLang="ko-KR" sz="2400" dirty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</a:t>
            </a:r>
            <a:r>
              <a:rPr lang="en-US" altLang="ko-KR" sz="2400" dirty="0" err="1"/>
              <a:t>hr</a:t>
            </a:r>
            <a:r>
              <a:rPr lang="en-US" altLang="ko-KR" sz="2400" dirty="0"/>
              <a:t>/&gt;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&lt;ul, </a:t>
            </a:r>
            <a:r>
              <a:rPr lang="en-US" altLang="ko-KR" sz="2400" dirty="0" err="1"/>
              <a:t>ol</a:t>
            </a:r>
            <a:r>
              <a:rPr lang="en-US" altLang="ko-KR" sz="2400" dirty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&lt;li&gt; &lt;/li&gt;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&lt;li&gt; &lt;/li&gt;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&lt;li&gt; &lt;/li&gt;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&lt;/ul, /</a:t>
            </a:r>
            <a:r>
              <a:rPr lang="en-US" altLang="ko-KR" sz="2400" dirty="0" err="1"/>
              <a:t>ol</a:t>
            </a:r>
            <a:r>
              <a:rPr lang="en-US" altLang="ko-KR" sz="2400" dirty="0"/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85CD1-14A5-4F78-9C18-72F8C7FCDA7B}"/>
              </a:ext>
            </a:extLst>
          </p:cNvPr>
          <p:cNvSpPr txBox="1"/>
          <p:nvPr/>
        </p:nvSpPr>
        <p:spPr>
          <a:xfrm>
            <a:off x="6536267" y="440267"/>
            <a:ext cx="5180521" cy="1128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&lt;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 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=“” alt”” /&gt;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&lt;a </a:t>
            </a:r>
            <a:r>
              <a:rPr lang="en-US" altLang="ko-KR" sz="2400" dirty="0" err="1"/>
              <a:t>href</a:t>
            </a:r>
            <a:r>
              <a:rPr lang="en-US" altLang="ko-KR" sz="2400" dirty="0"/>
              <a:t>=“” target=“” title=“”&gt; &lt;/a&gt;</a:t>
            </a:r>
          </a:p>
        </p:txBody>
      </p:sp>
    </p:spTree>
    <p:extLst>
      <p:ext uri="{BB962C8B-B14F-4D97-AF65-F5344CB8AC3E}">
        <p14:creationId xmlns:p14="http://schemas.microsoft.com/office/powerpoint/2010/main" val="2675167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C34C9-A2C6-4B1B-9EE6-80F398D312D6}"/>
              </a:ext>
            </a:extLst>
          </p:cNvPr>
          <p:cNvSpPr txBox="1"/>
          <p:nvPr/>
        </p:nvSpPr>
        <p:spPr>
          <a:xfrm>
            <a:off x="541867" y="296333"/>
            <a:ext cx="7939994" cy="2236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HTML =&gt; </a:t>
            </a:r>
            <a:r>
              <a:rPr lang="ko-KR" altLang="en-US" sz="2400" dirty="0"/>
              <a:t>문단구조를 나타내는 파일 형식 </a:t>
            </a:r>
            <a:r>
              <a:rPr lang="en-US" altLang="ko-KR" sz="2400" dirty="0"/>
              <a:t>ex) </a:t>
            </a:r>
            <a:r>
              <a:rPr lang="ko-KR" altLang="en-US" sz="2400" dirty="0"/>
              <a:t>건축 설계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CSS</a:t>
            </a:r>
            <a:r>
              <a:rPr lang="ko-KR" altLang="en-US" sz="2400" dirty="0"/>
              <a:t> </a:t>
            </a:r>
            <a:r>
              <a:rPr lang="en-US" altLang="ko-KR" sz="2400" dirty="0"/>
              <a:t>=&gt;</a:t>
            </a:r>
            <a:r>
              <a:rPr lang="ko-KR" altLang="en-US" sz="2400" dirty="0"/>
              <a:t> 스타일  </a:t>
            </a:r>
            <a:r>
              <a:rPr lang="en-US" altLang="ko-KR" sz="2400" dirty="0"/>
              <a:t>ex) </a:t>
            </a:r>
            <a:r>
              <a:rPr lang="ko-KR" altLang="en-US" sz="2400" dirty="0"/>
              <a:t>페인트 칠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샷시</a:t>
            </a:r>
            <a:r>
              <a:rPr lang="en-US" altLang="ko-KR" sz="2400" dirty="0"/>
              <a:t>, </a:t>
            </a:r>
            <a:r>
              <a:rPr lang="ko-KR" altLang="en-US" sz="2400" dirty="0"/>
              <a:t>타일</a:t>
            </a:r>
            <a:r>
              <a:rPr lang="en-US" altLang="ko-KR" sz="2400" dirty="0"/>
              <a:t>, </a:t>
            </a:r>
            <a:r>
              <a:rPr lang="ko-KR" altLang="en-US" sz="2400" dirty="0"/>
              <a:t>도배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=&gt; </a:t>
            </a:r>
            <a:r>
              <a:rPr lang="ko-KR" altLang="en-US" sz="2400" dirty="0"/>
              <a:t>분리한다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72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0D14EE-B630-41EA-8EBD-608EE7AEF861}"/>
              </a:ext>
            </a:extLst>
          </p:cNvPr>
          <p:cNvSpPr txBox="1"/>
          <p:nvPr/>
        </p:nvSpPr>
        <p:spPr>
          <a:xfrm>
            <a:off x="541867" y="296333"/>
            <a:ext cx="8137164" cy="454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CSS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class =&gt; .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	ex) &lt;div class=“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-box”&gt; &lt;/div&gt;  =&gt;  .</a:t>
            </a:r>
            <a:r>
              <a:rPr lang="en-US" altLang="ko-KR" sz="2400" dirty="0" err="1"/>
              <a:t>img</a:t>
            </a:r>
            <a:r>
              <a:rPr lang="en-US" altLang="ko-KR" sz="2400" dirty="0"/>
              <a:t>-box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id =&gt; #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	ex) &lt;div id=“section1”&gt; &lt;/div&gt;  =&gt; #section1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	id</a:t>
            </a:r>
            <a:r>
              <a:rPr lang="ko-KR" altLang="en-US" sz="2400" dirty="0"/>
              <a:t>의 경우 한 </a:t>
            </a:r>
            <a:r>
              <a:rPr lang="en-US" altLang="ko-KR" sz="2400" dirty="0"/>
              <a:t>html</a:t>
            </a:r>
            <a:r>
              <a:rPr lang="ko-KR" altLang="en-US" sz="2400" dirty="0"/>
              <a:t>파일에서 한번만 사용가능</a:t>
            </a:r>
            <a:r>
              <a:rPr lang="en-US" altLang="ko-KR" sz="2400" dirty="0"/>
              <a:t>. </a:t>
            </a:r>
            <a:r>
              <a:rPr lang="ko-KR" altLang="en-US" sz="2400" dirty="0"/>
              <a:t>중복</a:t>
            </a:r>
            <a:r>
              <a:rPr lang="en-US" altLang="ko-KR" sz="24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81859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179</Words>
  <Application>Microsoft Office PowerPoint</Application>
  <PresentationFormat>와이드스크린</PresentationFormat>
  <Paragraphs>33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2025.12.01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2025.09.30</dc:title>
  <dc:creator>admin</dc:creator>
  <cp:lastModifiedBy>수미 박</cp:lastModifiedBy>
  <cp:revision>24</cp:revision>
  <dcterms:created xsi:type="dcterms:W3CDTF">2025-09-30T11:32:59Z</dcterms:created>
  <dcterms:modified xsi:type="dcterms:W3CDTF">2025-12-01T14:20:55Z</dcterms:modified>
</cp:coreProperties>
</file>