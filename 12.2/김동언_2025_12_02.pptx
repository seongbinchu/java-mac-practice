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9a375f07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9a375f07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9a375f076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9a375f076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a375f07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a375f07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a375f076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9a375f076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a375f076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a375f076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375f0760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a375f0760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820"/>
              <a:t>WEB을 배우기 앞서..</a:t>
            </a:r>
            <a:endParaRPr b="1" sz="28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WEB을 개발하기 위해서 필요한 것들이 너무나도 많다.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ko" sz="2000">
                <a:solidFill>
                  <a:schemeClr val="dk1"/>
                </a:solidFill>
              </a:rPr>
              <a:t>개발 언어(</a:t>
            </a:r>
            <a:r>
              <a:rPr b="1" lang="ko" sz="2000">
                <a:solidFill>
                  <a:schemeClr val="dk1"/>
                </a:solidFill>
              </a:rPr>
              <a:t>JAVA☆</a:t>
            </a:r>
            <a:r>
              <a:rPr b="1" lang="ko" sz="2000">
                <a:solidFill>
                  <a:schemeClr val="dk1"/>
                </a:solidFill>
              </a:rPr>
              <a:t>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웹/어플리케이션 서버(톰캣)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ko" sz="2000">
                <a:solidFill>
                  <a:schemeClr val="dk1"/>
                </a:solidFill>
              </a:rPr>
              <a:t>서버 웹 기술과 이를 위한 프레임워크나 라이브러리(JSP / 스프링 MVC☆)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클라이언트 웹 기술과 이를 위한 프레임워크나 라이브러리(HTML / jQuery)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데이터베이스 연동(JDBC), DBMS(MySQL), 통신 프로토콜(HTTP), OS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알고 있자.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820"/>
              <a:t>HTML</a:t>
            </a:r>
            <a:endParaRPr b="1" sz="28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HyperText Markup Language</a:t>
            </a:r>
            <a:br>
              <a:rPr lang="ko" sz="2000">
                <a:solidFill>
                  <a:schemeClr val="dk1"/>
                </a:solidFill>
              </a:rPr>
            </a:br>
            <a:r>
              <a:rPr lang="ko" sz="2000">
                <a:solidFill>
                  <a:schemeClr val="dk1"/>
                </a:solidFill>
              </a:rPr>
              <a:t>→ 비선형적인(순서가 없는) 문서를 다루는, Tag로 이루어진 언어</a:t>
            </a:r>
            <a:endParaRPr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&lt;html&gt; → html, 시작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&lt;head&gt; → 설정, 부가 정보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&lt;body&gt; → 사용자 화면에 보여질 내용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820"/>
              <a:t>HTML</a:t>
            </a:r>
            <a:endParaRPr b="1" sz="28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&lt;태그이름 속성1=”값1” 속성2=”값2”&gt;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&lt;여는태그&gt;&lt;/닫는태그&gt;는 쌍이다.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&lt;meta name="Keywords" content=""&gt; &lt;&lt; 검색 당하기 좋음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&lt;meta name="Description" content=""&gt; &lt;&lt; 검색 설명란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&lt;title&gt; 타이틀 바 이름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&lt;hr&gt; 수평선, &lt;br&gt; 줄 바꿈, &lt;p&gt;&lt;/p&gt; 문단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특수문자(entity) &amp;lt; &amp;gt; &amp;nbsp; &amp;amp; &amp;quot;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820"/>
              <a:t>HTML</a:t>
            </a:r>
            <a:endParaRPr b="1" sz="2820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&lt;ul&gt;&lt;/ul&gt; 순서가 없는 리스트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&lt;ol&gt;&lt;/ol&gt; 순서가 있는 리스트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&lt;li&gt;&lt;/li&gt;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&lt;h1&gt;-&lt;h6&gt; 헤더 &lt;&lt; </a:t>
            </a:r>
            <a:r>
              <a:rPr b="1" lang="ko" sz="2000">
                <a:solidFill>
                  <a:schemeClr val="dk1"/>
                </a:solidFill>
              </a:rPr>
              <a:t>semantic tag!</a:t>
            </a:r>
            <a:r>
              <a:rPr lang="ko" sz="2000">
                <a:solidFill>
                  <a:schemeClr val="dk1"/>
                </a:solidFill>
              </a:rPr>
              <a:t> 의미(o) 주제가 담겨있다. 검색&lt;&lt;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&lt;strong&gt; 볼드체, 중요한 내용! </a:t>
            </a:r>
            <a:r>
              <a:rPr lang="ko" sz="2000">
                <a:solidFill>
                  <a:schemeClr val="dk1"/>
                </a:solidFill>
              </a:rPr>
              <a:t>&lt;&lt; </a:t>
            </a:r>
            <a:r>
              <a:rPr b="1" lang="ko" sz="2000">
                <a:solidFill>
                  <a:schemeClr val="dk1"/>
                </a:solidFill>
              </a:rPr>
              <a:t>semantic tag!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.some 속성(class)이 some &lt; 클래스 선택자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#other 속성(id)이 other &lt; id 선택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820"/>
              <a:t>HTML</a:t>
            </a:r>
            <a:endParaRPr b="1" sz="2820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&lt;a&gt;&lt;/a&gt; 앵커(anchor)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href 속성 - hypertext reference, 하이퍼링크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target 속성 - 어디서 보여줄 것인가? _self 현재 창, _blank 새 창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#id - 책갈피, 같은 페이지에서 해당 id를 가진 곳으로 이동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&lt;img&gt; 이미지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src 속성 - 이미지 소스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alt 속성 - 소스를 불러올 수 없을 때, 나타날 내용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ko" sz="2820"/>
              <a:t>HTML</a:t>
            </a:r>
            <a:endParaRPr b="1" sz="2820"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html5부터는 문서의 구조만 담당하고, css를 이용하여 스타일을 표현한다.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문서의 모양을 여러가지 구조에서 공유하여 사용할 수 있다.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수정에도 유리하고, 모양새를 통합하여 쓰기에도 좋다.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모든 브라우저가 표준을 사용하진 않는다. ⇒ 크로스 브라우징 구현이 목표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ko" sz="2000">
                <a:solidFill>
                  <a:schemeClr val="dk1"/>
                </a:solidFill>
              </a:rPr>
              <a:t>자바스크립트</a:t>
            </a:r>
            <a:br>
              <a:rPr lang="ko" sz="2000">
                <a:solidFill>
                  <a:schemeClr val="dk1"/>
                </a:solidFill>
              </a:rPr>
            </a:br>
            <a:r>
              <a:rPr lang="ko" sz="2000">
                <a:solidFill>
                  <a:schemeClr val="dk1"/>
                </a:solidFill>
              </a:rPr>
              <a:t>→ 프론트 단에서 할 수 있는 일들을 다 하고 서버에 전송하는 걸 해줌.</a:t>
            </a:r>
            <a:br>
              <a:rPr lang="ko" sz="2000">
                <a:solidFill>
                  <a:schemeClr val="dk1"/>
                </a:solidFill>
              </a:rPr>
            </a:br>
            <a:r>
              <a:rPr lang="ko" sz="2000">
                <a:solidFill>
                  <a:schemeClr val="dk1"/>
                </a:solidFill>
              </a:rPr>
              <a:t>ex) 방 만들기 창, 글자 수 제한 같은 것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