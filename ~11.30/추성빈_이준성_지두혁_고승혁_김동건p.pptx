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7" r:id="rId3"/>
    <p:sldId id="264" r:id="rId4"/>
    <p:sldId id="265" r:id="rId5"/>
    <p:sldId id="266" r:id="rId6"/>
    <p:sldId id="284" r:id="rId7"/>
    <p:sldId id="285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7" r:id="rId17"/>
    <p:sldId id="278" r:id="rId18"/>
    <p:sldId id="280" r:id="rId19"/>
    <p:sldId id="287" r:id="rId20"/>
    <p:sldId id="279" r:id="rId21"/>
    <p:sldId id="281" r:id="rId22"/>
    <p:sldId id="282" r:id="rId23"/>
    <p:sldId id="283" r:id="rId24"/>
    <p:sldId id="286" r:id="rId2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2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C40D-B53E-42B9-B700-7D59D552C77C}" type="datetimeFigureOut">
              <a:rPr lang="ko-KR" altLang="en-US" smtClean="0"/>
              <a:t>2025-11-27(Thu)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6F90-D722-44EF-B52E-57CC3FE08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9120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C40D-B53E-42B9-B700-7D59D552C77C}" type="datetimeFigureOut">
              <a:rPr lang="ko-KR" altLang="en-US" smtClean="0"/>
              <a:t>2025-11-27(Thu)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6F90-D722-44EF-B52E-57CC3FE08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487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C40D-B53E-42B9-B700-7D59D552C77C}" type="datetimeFigureOut">
              <a:rPr lang="ko-KR" altLang="en-US" smtClean="0"/>
              <a:t>2025-11-27(Thu)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6F90-D722-44EF-B52E-57CC3FE08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557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C40D-B53E-42B9-B700-7D59D552C77C}" type="datetimeFigureOut">
              <a:rPr lang="ko-KR" altLang="en-US" smtClean="0"/>
              <a:t>2025-11-27(Thu)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6F90-D722-44EF-B52E-57CC3FE08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021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C40D-B53E-42B9-B700-7D59D552C77C}" type="datetimeFigureOut">
              <a:rPr lang="ko-KR" altLang="en-US" smtClean="0"/>
              <a:t>2025-11-27(Thu)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6F90-D722-44EF-B52E-57CC3FE08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3626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C40D-B53E-42B9-B700-7D59D552C77C}" type="datetimeFigureOut">
              <a:rPr lang="ko-KR" altLang="en-US" smtClean="0"/>
              <a:t>2025-11-27(Thu)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6F90-D722-44EF-B52E-57CC3FE08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066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C40D-B53E-42B9-B700-7D59D552C77C}" type="datetimeFigureOut">
              <a:rPr lang="ko-KR" altLang="en-US" smtClean="0"/>
              <a:t>2025-11-27(Thu)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6F90-D722-44EF-B52E-57CC3FE08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142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C40D-B53E-42B9-B700-7D59D552C77C}" type="datetimeFigureOut">
              <a:rPr lang="ko-KR" altLang="en-US" smtClean="0"/>
              <a:t>2025-11-27(Thu)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6F90-D722-44EF-B52E-57CC3FE08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285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C40D-B53E-42B9-B700-7D59D552C77C}" type="datetimeFigureOut">
              <a:rPr lang="ko-KR" altLang="en-US" smtClean="0"/>
              <a:t>2025-11-27(Thu)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6F90-D722-44EF-B52E-57CC3FE08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623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C40D-B53E-42B9-B700-7D59D552C77C}" type="datetimeFigureOut">
              <a:rPr lang="ko-KR" altLang="en-US" smtClean="0"/>
              <a:t>2025-11-27(Thu)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6F90-D722-44EF-B52E-57CC3FE08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993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C40D-B53E-42B9-B700-7D59D552C77C}" type="datetimeFigureOut">
              <a:rPr lang="ko-KR" altLang="en-US" smtClean="0"/>
              <a:t>2025-11-27(Thu)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6F90-D722-44EF-B52E-57CC3FE08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616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71C40D-B53E-42B9-B700-7D59D552C77C}" type="datetimeFigureOut">
              <a:rPr lang="ko-KR" altLang="en-US" smtClean="0"/>
              <a:t>2025-11-27(Thu)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36F90-D722-44EF-B52E-57CC3FE08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735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6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" Target="slide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" Target="slide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" Target="slide20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image" Target="../media/image4.sv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" Target="slide20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" Target="slide20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slide" Target="slide1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slide" Target="slide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F2D75-BADB-4D23-6875-7D6E89282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A853945-0657-322E-74FE-02B8AD7C8DFC}"/>
              </a:ext>
            </a:extLst>
          </p:cNvPr>
          <p:cNvSpPr/>
          <p:nvPr/>
        </p:nvSpPr>
        <p:spPr>
          <a:xfrm>
            <a:off x="592428" y="528034"/>
            <a:ext cx="5808372" cy="88349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6E574D6-E3F4-BA3A-F1E8-6CB93F8B3CFF}"/>
              </a:ext>
            </a:extLst>
          </p:cNvPr>
          <p:cNvSpPr/>
          <p:nvPr/>
        </p:nvSpPr>
        <p:spPr>
          <a:xfrm>
            <a:off x="957950" y="4163434"/>
            <a:ext cx="5077327" cy="78205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3D7A49-3747-9FC6-62CC-6ADE51ACF7E2}"/>
              </a:ext>
            </a:extLst>
          </p:cNvPr>
          <p:cNvSpPr txBox="1"/>
          <p:nvPr/>
        </p:nvSpPr>
        <p:spPr>
          <a:xfrm>
            <a:off x="1042171" y="3657600"/>
            <a:ext cx="3457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NickName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A9EEEC0-CE5B-4487-CF9D-02F19B8305E1}"/>
              </a:ext>
            </a:extLst>
          </p:cNvPr>
          <p:cNvSpPr/>
          <p:nvPr/>
        </p:nvSpPr>
        <p:spPr>
          <a:xfrm>
            <a:off x="1042171" y="1203158"/>
            <a:ext cx="4865334" cy="20611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A9A116-90E5-5CEE-6EDE-7733360041E1}"/>
              </a:ext>
            </a:extLst>
          </p:cNvPr>
          <p:cNvSpPr txBox="1"/>
          <p:nvPr/>
        </p:nvSpPr>
        <p:spPr>
          <a:xfrm>
            <a:off x="1164775" y="4442235"/>
            <a:ext cx="4319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성빈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869E6AF-2AF2-D553-9095-275F5498320C}"/>
              </a:ext>
            </a:extLst>
          </p:cNvPr>
          <p:cNvSpPr/>
          <p:nvPr/>
        </p:nvSpPr>
        <p:spPr>
          <a:xfrm>
            <a:off x="2743199" y="6765549"/>
            <a:ext cx="1371601" cy="39094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hlinkClick r:id="" action="ppaction://hlinkshowjump?jump=nextslide"/>
              </a:rPr>
              <a:t>Enter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4108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0E9F1-EDD2-91B2-6137-28C7A91C6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1D0D24A-B52B-D57E-76A2-A87388CC19A4}"/>
              </a:ext>
            </a:extLst>
          </p:cNvPr>
          <p:cNvSpPr/>
          <p:nvPr/>
        </p:nvSpPr>
        <p:spPr>
          <a:xfrm>
            <a:off x="592428" y="528034"/>
            <a:ext cx="5808372" cy="88349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62CB8F1-0BE2-212E-FF3D-47FC793ADF94}"/>
              </a:ext>
            </a:extLst>
          </p:cNvPr>
          <p:cNvSpPr/>
          <p:nvPr/>
        </p:nvSpPr>
        <p:spPr>
          <a:xfrm>
            <a:off x="4427621" y="1144580"/>
            <a:ext cx="1648326" cy="77828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성빈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AD 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재산 </a:t>
            </a:r>
            <a:endParaRPr lang="en-US" altLang="ko-KR" dirty="0"/>
          </a:p>
          <a:p>
            <a:pPr algn="ctr"/>
            <a:r>
              <a:rPr lang="en-US" altLang="ko-KR" dirty="0"/>
              <a:t>500%</a:t>
            </a:r>
          </a:p>
          <a:p>
            <a:pPr algn="ctr"/>
            <a:r>
              <a:rPr lang="ko-KR" altLang="en-US" dirty="0"/>
              <a:t>늘려</a:t>
            </a:r>
            <a:endParaRPr lang="en-US" altLang="ko-KR" dirty="0"/>
          </a:p>
          <a:p>
            <a:pPr algn="ctr"/>
            <a:r>
              <a:rPr lang="ko-KR" altLang="en-US" dirty="0"/>
              <a:t>드립니다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연체자 환영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DEE7EEB-F209-7EF0-5D70-640121507CF4}"/>
              </a:ext>
            </a:extLst>
          </p:cNvPr>
          <p:cNvSpPr/>
          <p:nvPr/>
        </p:nvSpPr>
        <p:spPr>
          <a:xfrm>
            <a:off x="830179" y="925754"/>
            <a:ext cx="3356810" cy="567890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FDE9AC5-A77E-8753-980C-E3C274D5AA09}"/>
              </a:ext>
            </a:extLst>
          </p:cNvPr>
          <p:cNvSpPr/>
          <p:nvPr/>
        </p:nvSpPr>
        <p:spPr>
          <a:xfrm>
            <a:off x="848226" y="6943068"/>
            <a:ext cx="3356810" cy="20814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 err="1"/>
              <a:t>성빈님이</a:t>
            </a:r>
            <a:r>
              <a:rPr lang="ko-KR" altLang="en-US" dirty="0"/>
              <a:t> 대기실에 입장했습니다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5B9013A-1357-D649-E990-B0926D479941}"/>
              </a:ext>
            </a:extLst>
          </p:cNvPr>
          <p:cNvSpPr/>
          <p:nvPr/>
        </p:nvSpPr>
        <p:spPr>
          <a:xfrm>
            <a:off x="4558464" y="1252869"/>
            <a:ext cx="1386640" cy="35778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대기자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62A89BA-CA06-C8CB-0DB3-D9D6B1D88047}"/>
              </a:ext>
            </a:extLst>
          </p:cNvPr>
          <p:cNvSpPr/>
          <p:nvPr/>
        </p:nvSpPr>
        <p:spPr>
          <a:xfrm>
            <a:off x="1046747" y="1323473"/>
            <a:ext cx="2911642" cy="55345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방 목록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5ECA10E-546D-D07B-3D3A-C30314062B16}"/>
              </a:ext>
            </a:extLst>
          </p:cNvPr>
          <p:cNvSpPr/>
          <p:nvPr/>
        </p:nvSpPr>
        <p:spPr>
          <a:xfrm>
            <a:off x="1070810" y="2126536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 </a:t>
            </a:r>
            <a:r>
              <a:rPr lang="en-US" altLang="ko-KR" dirty="0"/>
              <a:t>(1/15)</a:t>
            </a:r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9A7C5EF-AE78-D69C-9003-B09E4EAA504F}"/>
              </a:ext>
            </a:extLst>
          </p:cNvPr>
          <p:cNvSpPr/>
          <p:nvPr/>
        </p:nvSpPr>
        <p:spPr>
          <a:xfrm>
            <a:off x="1070810" y="2895541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두혁방</a:t>
            </a:r>
            <a:r>
              <a:rPr lang="ko-KR" altLang="en-US" dirty="0"/>
              <a:t>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D869B35-8BD8-BF5C-3A00-84DDF964EC92}"/>
              </a:ext>
            </a:extLst>
          </p:cNvPr>
          <p:cNvSpPr/>
          <p:nvPr/>
        </p:nvSpPr>
        <p:spPr>
          <a:xfrm>
            <a:off x="1070809" y="3614552"/>
            <a:ext cx="2887579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준성방</a:t>
            </a:r>
            <a:r>
              <a:rPr lang="ko-KR" altLang="en-US" dirty="0"/>
              <a:t> </a:t>
            </a:r>
            <a:r>
              <a:rPr lang="en-US" altLang="ko-KR" dirty="0"/>
              <a:t>(1/10)</a:t>
            </a:r>
            <a:endParaRPr lang="ko-KR" altLang="en-US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4C9ADA1-9489-2AA3-A1BD-903017D55FEA}"/>
              </a:ext>
            </a:extLst>
          </p:cNvPr>
          <p:cNvSpPr/>
          <p:nvPr/>
        </p:nvSpPr>
        <p:spPr>
          <a:xfrm>
            <a:off x="1070810" y="4365598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승혁방</a:t>
            </a:r>
            <a:r>
              <a:rPr lang="ko-KR" altLang="en-US" dirty="0"/>
              <a:t> </a:t>
            </a:r>
            <a:r>
              <a:rPr lang="en-US" altLang="ko-KR" dirty="0"/>
              <a:t>(1/7)</a:t>
            </a:r>
            <a:endParaRPr lang="ko-KR" altLang="en-US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E22D68D-EB62-3EDF-F3D3-E2D32164BCF8}"/>
              </a:ext>
            </a:extLst>
          </p:cNvPr>
          <p:cNvSpPr/>
          <p:nvPr/>
        </p:nvSpPr>
        <p:spPr>
          <a:xfrm>
            <a:off x="1046747" y="5084609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동건방</a:t>
            </a:r>
            <a:r>
              <a:rPr lang="ko-KR" altLang="en-US" dirty="0"/>
              <a:t> </a:t>
            </a:r>
            <a:r>
              <a:rPr lang="en-US" altLang="ko-KR" dirty="0"/>
              <a:t>(1/5)</a:t>
            </a:r>
            <a:endParaRPr lang="ko-KR" altLang="en-US" dirty="0"/>
          </a:p>
        </p:txBody>
      </p:sp>
      <p:pic>
        <p:nvPicPr>
          <p:cNvPr id="23" name="그래픽 22" descr="자물쇠 단색으로 채워진">
            <a:extLst>
              <a:ext uri="{FF2B5EF4-FFF2-40B4-BE49-F238E27FC236}">
                <a16:creationId xmlns:a16="http://schemas.microsoft.com/office/drawing/2014/main" id="{B0C875CE-1A0D-1B42-6F80-E5EC2CA0C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8921" y="2932398"/>
            <a:ext cx="457200" cy="457200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C054AA00-A7FC-99A4-6789-09B2CB359B2D}"/>
              </a:ext>
            </a:extLst>
          </p:cNvPr>
          <p:cNvSpPr/>
          <p:nvPr/>
        </p:nvSpPr>
        <p:spPr>
          <a:xfrm>
            <a:off x="1046747" y="8698832"/>
            <a:ext cx="2809374" cy="228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8DF1C72-1B6A-296E-0C28-C1E908F48178}"/>
              </a:ext>
            </a:extLst>
          </p:cNvPr>
          <p:cNvGrpSpPr/>
          <p:nvPr/>
        </p:nvGrpSpPr>
        <p:grpSpPr>
          <a:xfrm rot="16200000">
            <a:off x="3474472" y="8667268"/>
            <a:ext cx="306099" cy="281106"/>
            <a:chOff x="-4415589" y="3334690"/>
            <a:chExt cx="733926" cy="491351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573D05E6-A37B-3674-E2DF-0EF37250E36E}"/>
                </a:ext>
              </a:extLst>
            </p:cNvPr>
            <p:cNvSpPr/>
            <p:nvPr/>
          </p:nvSpPr>
          <p:spPr>
            <a:xfrm>
              <a:off x="-4415589" y="3334690"/>
              <a:ext cx="733926" cy="49135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화살표: 아래쪽 25">
              <a:extLst>
                <a:ext uri="{FF2B5EF4-FFF2-40B4-BE49-F238E27FC236}">
                  <a16:creationId xmlns:a16="http://schemas.microsoft.com/office/drawing/2014/main" id="{1A8E7D0C-1B79-4E97-85BB-D2B0573A0646}"/>
                </a:ext>
              </a:extLst>
            </p:cNvPr>
            <p:cNvSpPr/>
            <p:nvPr/>
          </p:nvSpPr>
          <p:spPr>
            <a:xfrm rot="10800000">
              <a:off x="-4193006" y="3448994"/>
              <a:ext cx="288759" cy="279859"/>
            </a:xfrm>
            <a:prstGeom prst="downArrow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B33211-2452-F7D2-811D-4F90012C6F57}"/>
              </a:ext>
            </a:extLst>
          </p:cNvPr>
          <p:cNvSpPr/>
          <p:nvPr/>
        </p:nvSpPr>
        <p:spPr>
          <a:xfrm>
            <a:off x="3374858" y="1419725"/>
            <a:ext cx="505326" cy="360947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+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24678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475B5-05E7-06EC-8AE2-B8D6E2472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6C4E6FA-88D0-91F8-D801-43456F1F2A59}"/>
              </a:ext>
            </a:extLst>
          </p:cNvPr>
          <p:cNvSpPr/>
          <p:nvPr/>
        </p:nvSpPr>
        <p:spPr>
          <a:xfrm>
            <a:off x="592428" y="528034"/>
            <a:ext cx="5808372" cy="88349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48C2B9E-77C5-1B7F-3B8E-090F327AA8E8}"/>
              </a:ext>
            </a:extLst>
          </p:cNvPr>
          <p:cNvSpPr/>
          <p:nvPr/>
        </p:nvSpPr>
        <p:spPr>
          <a:xfrm>
            <a:off x="830179" y="925754"/>
            <a:ext cx="3356810" cy="567890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994F79E-DCAE-8415-F095-53D21418C49C}"/>
              </a:ext>
            </a:extLst>
          </p:cNvPr>
          <p:cNvSpPr/>
          <p:nvPr/>
        </p:nvSpPr>
        <p:spPr>
          <a:xfrm>
            <a:off x="848226" y="6943068"/>
            <a:ext cx="3356810" cy="20814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 err="1"/>
              <a:t>성빈님이</a:t>
            </a:r>
            <a:r>
              <a:rPr lang="ko-KR" altLang="en-US" dirty="0"/>
              <a:t> 대기실에 입장했습니다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DA7EFA9-772C-D583-D029-70B73D6C6A1B}"/>
              </a:ext>
            </a:extLst>
          </p:cNvPr>
          <p:cNvSpPr/>
          <p:nvPr/>
        </p:nvSpPr>
        <p:spPr>
          <a:xfrm>
            <a:off x="1046747" y="1323473"/>
            <a:ext cx="2911642" cy="55345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방 목록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21F2F206-6815-755D-FC67-22D9A165B610}"/>
              </a:ext>
            </a:extLst>
          </p:cNvPr>
          <p:cNvSpPr/>
          <p:nvPr/>
        </p:nvSpPr>
        <p:spPr>
          <a:xfrm>
            <a:off x="1046747" y="8698832"/>
            <a:ext cx="2809374" cy="228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고독하다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7B6EDFFA-A311-D269-5829-6751587F5328}"/>
              </a:ext>
            </a:extLst>
          </p:cNvPr>
          <p:cNvGrpSpPr/>
          <p:nvPr/>
        </p:nvGrpSpPr>
        <p:grpSpPr>
          <a:xfrm rot="16200000">
            <a:off x="3474472" y="8667268"/>
            <a:ext cx="306099" cy="281106"/>
            <a:chOff x="-4415589" y="3334690"/>
            <a:chExt cx="733926" cy="491351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986CA55C-DECE-F958-316F-A81A614DE9D9}"/>
                </a:ext>
              </a:extLst>
            </p:cNvPr>
            <p:cNvSpPr/>
            <p:nvPr/>
          </p:nvSpPr>
          <p:spPr>
            <a:xfrm>
              <a:off x="-4415589" y="3334690"/>
              <a:ext cx="733926" cy="49135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화살표: 아래쪽 25">
              <a:hlinkClick r:id="rId2" action="ppaction://hlinksldjump"/>
              <a:extLst>
                <a:ext uri="{FF2B5EF4-FFF2-40B4-BE49-F238E27FC236}">
                  <a16:creationId xmlns:a16="http://schemas.microsoft.com/office/drawing/2014/main" id="{B88B1851-E727-8E21-746D-68DA5CBD4C30}"/>
                </a:ext>
              </a:extLst>
            </p:cNvPr>
            <p:cNvSpPr/>
            <p:nvPr/>
          </p:nvSpPr>
          <p:spPr>
            <a:xfrm rot="10800000">
              <a:off x="-4193006" y="3448994"/>
              <a:ext cx="288759" cy="279859"/>
            </a:xfrm>
            <a:prstGeom prst="downArrow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B452CCD-A0F6-9382-6FB5-EE42E6D16B33}"/>
              </a:ext>
            </a:extLst>
          </p:cNvPr>
          <p:cNvSpPr/>
          <p:nvPr/>
        </p:nvSpPr>
        <p:spPr>
          <a:xfrm>
            <a:off x="3374858" y="1419725"/>
            <a:ext cx="505326" cy="360947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+</a:t>
            </a:r>
            <a:endParaRPr lang="ko-KR" altLang="en-US" sz="28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C5498F8-1E30-00A6-A135-3A2405E8630A}"/>
              </a:ext>
            </a:extLst>
          </p:cNvPr>
          <p:cNvSpPr/>
          <p:nvPr/>
        </p:nvSpPr>
        <p:spPr>
          <a:xfrm>
            <a:off x="4427621" y="1144580"/>
            <a:ext cx="1648326" cy="77828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성빈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AD 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재산 </a:t>
            </a:r>
            <a:endParaRPr lang="en-US" altLang="ko-KR" dirty="0"/>
          </a:p>
          <a:p>
            <a:pPr algn="ctr"/>
            <a:r>
              <a:rPr lang="en-US" altLang="ko-KR" dirty="0"/>
              <a:t>500%</a:t>
            </a:r>
          </a:p>
          <a:p>
            <a:pPr algn="ctr"/>
            <a:r>
              <a:rPr lang="ko-KR" altLang="en-US" dirty="0"/>
              <a:t>늘려</a:t>
            </a:r>
            <a:endParaRPr lang="en-US" altLang="ko-KR" dirty="0"/>
          </a:p>
          <a:p>
            <a:pPr algn="ctr"/>
            <a:r>
              <a:rPr lang="ko-KR" altLang="en-US" dirty="0"/>
              <a:t>드립니다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연체자 환영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81257AE-ECF6-C8CD-E065-2FA2D80B11A9}"/>
              </a:ext>
            </a:extLst>
          </p:cNvPr>
          <p:cNvSpPr/>
          <p:nvPr/>
        </p:nvSpPr>
        <p:spPr>
          <a:xfrm>
            <a:off x="4600574" y="1323473"/>
            <a:ext cx="1386640" cy="35778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대기자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7FDE500-EC4F-E67E-6C7E-DA4EA2C2A3D6}"/>
              </a:ext>
            </a:extLst>
          </p:cNvPr>
          <p:cNvSpPr/>
          <p:nvPr/>
        </p:nvSpPr>
        <p:spPr>
          <a:xfrm>
            <a:off x="1070810" y="2126536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 </a:t>
            </a:r>
            <a:r>
              <a:rPr lang="en-US" altLang="ko-KR" dirty="0"/>
              <a:t>(1/15)</a:t>
            </a:r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D325210-4F17-F526-D9EC-F148DD28B300}"/>
              </a:ext>
            </a:extLst>
          </p:cNvPr>
          <p:cNvSpPr/>
          <p:nvPr/>
        </p:nvSpPr>
        <p:spPr>
          <a:xfrm>
            <a:off x="1039911" y="2870544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두혁방</a:t>
            </a:r>
            <a:r>
              <a:rPr lang="ko-KR" altLang="en-US" dirty="0"/>
              <a:t>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F3CF519-BAEC-FD6F-EFD0-7B0060368397}"/>
              </a:ext>
            </a:extLst>
          </p:cNvPr>
          <p:cNvSpPr/>
          <p:nvPr/>
        </p:nvSpPr>
        <p:spPr>
          <a:xfrm>
            <a:off x="1070809" y="3614552"/>
            <a:ext cx="2887579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준성방</a:t>
            </a:r>
            <a:r>
              <a:rPr lang="ko-KR" altLang="en-US" dirty="0"/>
              <a:t> </a:t>
            </a:r>
            <a:r>
              <a:rPr lang="en-US" altLang="ko-KR" dirty="0"/>
              <a:t>(1/10)</a:t>
            </a:r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1243B67-B200-270F-81BC-9B1DF2322946}"/>
              </a:ext>
            </a:extLst>
          </p:cNvPr>
          <p:cNvSpPr/>
          <p:nvPr/>
        </p:nvSpPr>
        <p:spPr>
          <a:xfrm>
            <a:off x="1070810" y="4365598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승혁방</a:t>
            </a:r>
            <a:r>
              <a:rPr lang="ko-KR" altLang="en-US" dirty="0"/>
              <a:t> </a:t>
            </a:r>
            <a:r>
              <a:rPr lang="en-US" altLang="ko-KR" dirty="0"/>
              <a:t>(1/7)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D5CE1F0-EC7C-861F-6A13-04C870C3B764}"/>
              </a:ext>
            </a:extLst>
          </p:cNvPr>
          <p:cNvSpPr/>
          <p:nvPr/>
        </p:nvSpPr>
        <p:spPr>
          <a:xfrm>
            <a:off x="1046747" y="5084609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동건방</a:t>
            </a:r>
            <a:r>
              <a:rPr lang="ko-KR" altLang="en-US" dirty="0"/>
              <a:t> </a:t>
            </a:r>
            <a:r>
              <a:rPr lang="en-US" altLang="ko-KR" dirty="0"/>
              <a:t>(1/5)</a:t>
            </a:r>
            <a:endParaRPr lang="ko-KR" altLang="en-US" dirty="0"/>
          </a:p>
        </p:txBody>
      </p:sp>
      <p:pic>
        <p:nvPicPr>
          <p:cNvPr id="23" name="그래픽 22" descr="자물쇠 단색으로 채워진">
            <a:extLst>
              <a:ext uri="{FF2B5EF4-FFF2-40B4-BE49-F238E27FC236}">
                <a16:creationId xmlns:a16="http://schemas.microsoft.com/office/drawing/2014/main" id="{D34E8715-EBE5-1FA4-D5C3-7D502A3E3E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8921" y="2932398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503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C56ED-B19C-F587-DE4B-0DAE27B65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D432576-B164-3074-02C6-19D2F6E4B523}"/>
              </a:ext>
            </a:extLst>
          </p:cNvPr>
          <p:cNvSpPr/>
          <p:nvPr/>
        </p:nvSpPr>
        <p:spPr>
          <a:xfrm>
            <a:off x="592428" y="528034"/>
            <a:ext cx="5808372" cy="88349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A43CBFA-075B-BBC9-2634-A6758111AB66}"/>
              </a:ext>
            </a:extLst>
          </p:cNvPr>
          <p:cNvSpPr/>
          <p:nvPr/>
        </p:nvSpPr>
        <p:spPr>
          <a:xfrm>
            <a:off x="4427621" y="1144580"/>
            <a:ext cx="1648326" cy="77828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성빈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AD 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재산 </a:t>
            </a:r>
            <a:endParaRPr lang="en-US" altLang="ko-KR" dirty="0"/>
          </a:p>
          <a:p>
            <a:pPr algn="ctr"/>
            <a:r>
              <a:rPr lang="en-US" altLang="ko-KR" dirty="0"/>
              <a:t>500%</a:t>
            </a:r>
          </a:p>
          <a:p>
            <a:pPr algn="ctr"/>
            <a:r>
              <a:rPr lang="ko-KR" altLang="en-US" dirty="0"/>
              <a:t>늘려</a:t>
            </a:r>
            <a:endParaRPr lang="en-US" altLang="ko-KR" dirty="0"/>
          </a:p>
          <a:p>
            <a:pPr algn="ctr"/>
            <a:r>
              <a:rPr lang="ko-KR" altLang="en-US" dirty="0"/>
              <a:t>드립니다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연체자 환영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2895A30-EEF1-7F9D-55D8-6F78427E8628}"/>
              </a:ext>
            </a:extLst>
          </p:cNvPr>
          <p:cNvSpPr/>
          <p:nvPr/>
        </p:nvSpPr>
        <p:spPr>
          <a:xfrm>
            <a:off x="830179" y="925754"/>
            <a:ext cx="3356810" cy="567890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122626C-0F97-3A26-6758-22BC5E0D37ED}"/>
              </a:ext>
            </a:extLst>
          </p:cNvPr>
          <p:cNvSpPr/>
          <p:nvPr/>
        </p:nvSpPr>
        <p:spPr>
          <a:xfrm>
            <a:off x="848226" y="6943068"/>
            <a:ext cx="3356810" cy="20814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altLang="ko-KR" dirty="0"/>
          </a:p>
          <a:p>
            <a:r>
              <a:rPr lang="ko-KR" altLang="en-US" dirty="0"/>
              <a:t>성빈 </a:t>
            </a:r>
            <a:r>
              <a:rPr lang="en-US" altLang="ko-KR" dirty="0"/>
              <a:t>: </a:t>
            </a:r>
            <a:r>
              <a:rPr lang="ko-KR" altLang="en-US" dirty="0"/>
              <a:t>고독하다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DF4984E-86FB-CAD8-D0F8-73617E149CB6}"/>
              </a:ext>
            </a:extLst>
          </p:cNvPr>
          <p:cNvSpPr/>
          <p:nvPr/>
        </p:nvSpPr>
        <p:spPr>
          <a:xfrm>
            <a:off x="4558464" y="1252869"/>
            <a:ext cx="1386640" cy="35778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대기자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26150CF-917C-3680-6AFB-45106741CFF1}"/>
              </a:ext>
            </a:extLst>
          </p:cNvPr>
          <p:cNvSpPr/>
          <p:nvPr/>
        </p:nvSpPr>
        <p:spPr>
          <a:xfrm>
            <a:off x="1046747" y="1323473"/>
            <a:ext cx="2911642" cy="55345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방 목록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057F811-41EF-0D5E-06E8-0692306C8BEA}"/>
              </a:ext>
            </a:extLst>
          </p:cNvPr>
          <p:cNvSpPr/>
          <p:nvPr/>
        </p:nvSpPr>
        <p:spPr>
          <a:xfrm>
            <a:off x="1070810" y="2126536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hlinkClick r:id="rId2" action="ppaction://hlinksldjump"/>
              </a:rPr>
              <a:t>종두방</a:t>
            </a:r>
            <a:r>
              <a:rPr lang="ko-KR" altLang="en-US" dirty="0"/>
              <a:t> </a:t>
            </a:r>
            <a:r>
              <a:rPr lang="en-US" altLang="ko-KR" dirty="0"/>
              <a:t>(5/10)</a:t>
            </a:r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256EB49-CA6B-105A-E6F1-C72CA7E899E6}"/>
              </a:ext>
            </a:extLst>
          </p:cNvPr>
          <p:cNvSpPr/>
          <p:nvPr/>
        </p:nvSpPr>
        <p:spPr>
          <a:xfrm>
            <a:off x="1070810" y="2895541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E87DABB-3018-6DFC-765C-3254504CC175}"/>
              </a:ext>
            </a:extLst>
          </p:cNvPr>
          <p:cNvSpPr/>
          <p:nvPr/>
        </p:nvSpPr>
        <p:spPr>
          <a:xfrm>
            <a:off x="1070809" y="3614552"/>
            <a:ext cx="2887579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442ACF8-CA80-A510-DC5D-33177533733D}"/>
              </a:ext>
            </a:extLst>
          </p:cNvPr>
          <p:cNvSpPr/>
          <p:nvPr/>
        </p:nvSpPr>
        <p:spPr>
          <a:xfrm>
            <a:off x="1070810" y="4365598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3EB6F0B-A460-7B78-45F8-96823210463E}"/>
              </a:ext>
            </a:extLst>
          </p:cNvPr>
          <p:cNvSpPr/>
          <p:nvPr/>
        </p:nvSpPr>
        <p:spPr>
          <a:xfrm>
            <a:off x="1046747" y="5084609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pic>
        <p:nvPicPr>
          <p:cNvPr id="23" name="그래픽 22" descr="자물쇠 단색으로 채워진">
            <a:extLst>
              <a:ext uri="{FF2B5EF4-FFF2-40B4-BE49-F238E27FC236}">
                <a16:creationId xmlns:a16="http://schemas.microsoft.com/office/drawing/2014/main" id="{B02F3430-7CDF-FF83-25D1-9AB81CEF52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8921" y="2932398"/>
            <a:ext cx="457200" cy="457200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3B91E3F-2533-CEBB-57C5-D2C5C50C4B72}"/>
              </a:ext>
            </a:extLst>
          </p:cNvPr>
          <p:cNvSpPr/>
          <p:nvPr/>
        </p:nvSpPr>
        <p:spPr>
          <a:xfrm>
            <a:off x="1046747" y="8698832"/>
            <a:ext cx="2809374" cy="228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0607B7D6-2BEB-FCC8-27DB-9F245629A8E3}"/>
              </a:ext>
            </a:extLst>
          </p:cNvPr>
          <p:cNvGrpSpPr/>
          <p:nvPr/>
        </p:nvGrpSpPr>
        <p:grpSpPr>
          <a:xfrm rot="16200000">
            <a:off x="3474472" y="8667268"/>
            <a:ext cx="306099" cy="281106"/>
            <a:chOff x="-4415589" y="3334690"/>
            <a:chExt cx="733926" cy="491351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14D24C63-D636-C4EB-72F0-BA91F3752FDD}"/>
                </a:ext>
              </a:extLst>
            </p:cNvPr>
            <p:cNvSpPr/>
            <p:nvPr/>
          </p:nvSpPr>
          <p:spPr>
            <a:xfrm>
              <a:off x="-4415589" y="3334690"/>
              <a:ext cx="733926" cy="49135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화살표: 아래쪽 25">
              <a:extLst>
                <a:ext uri="{FF2B5EF4-FFF2-40B4-BE49-F238E27FC236}">
                  <a16:creationId xmlns:a16="http://schemas.microsoft.com/office/drawing/2014/main" id="{5D4ACEDE-EEA1-C589-C5F4-DAE44FA7E7E7}"/>
                </a:ext>
              </a:extLst>
            </p:cNvPr>
            <p:cNvSpPr/>
            <p:nvPr/>
          </p:nvSpPr>
          <p:spPr>
            <a:xfrm rot="10800000">
              <a:off x="-4193006" y="3448994"/>
              <a:ext cx="288759" cy="279859"/>
            </a:xfrm>
            <a:prstGeom prst="downArrow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5B841CC7-B9FE-C860-A726-EC511F471588}"/>
              </a:ext>
            </a:extLst>
          </p:cNvPr>
          <p:cNvSpPr/>
          <p:nvPr/>
        </p:nvSpPr>
        <p:spPr>
          <a:xfrm>
            <a:off x="3374858" y="1419725"/>
            <a:ext cx="505326" cy="360947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+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869858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7BE43-8BD6-6EDC-5A51-818A4F9D6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3B4FA68-6494-17A1-4EFC-EF401A9DF41E}"/>
              </a:ext>
            </a:extLst>
          </p:cNvPr>
          <p:cNvSpPr/>
          <p:nvPr/>
        </p:nvSpPr>
        <p:spPr>
          <a:xfrm>
            <a:off x="592428" y="528034"/>
            <a:ext cx="5808372" cy="88349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2958C80-FA7E-AA62-0E46-5CAB53346A6C}"/>
              </a:ext>
            </a:extLst>
          </p:cNvPr>
          <p:cNvSpPr/>
          <p:nvPr/>
        </p:nvSpPr>
        <p:spPr>
          <a:xfrm>
            <a:off x="4427621" y="1144580"/>
            <a:ext cx="1648326" cy="77828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종두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준성</a:t>
            </a:r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r>
              <a:rPr lang="ko-KR" altLang="en-US" dirty="0" err="1"/>
              <a:t>두혁</a:t>
            </a:r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r>
              <a:rPr lang="ko-KR" altLang="en-US" dirty="0"/>
              <a:t>승혁</a:t>
            </a:r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r>
              <a:rPr lang="ko-KR" altLang="en-US" dirty="0"/>
              <a:t>동건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성빈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004F599-E19A-95CA-3DFA-A82026BB6052}"/>
              </a:ext>
            </a:extLst>
          </p:cNvPr>
          <p:cNvSpPr/>
          <p:nvPr/>
        </p:nvSpPr>
        <p:spPr>
          <a:xfrm>
            <a:off x="830179" y="925753"/>
            <a:ext cx="3356810" cy="80016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성빈님이</a:t>
            </a:r>
            <a:r>
              <a:rPr lang="ko-KR" altLang="en-US" dirty="0"/>
              <a:t> 입장했습니다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8A9D47F-CCDF-912A-0E04-ACBFD5AB3B6C}"/>
              </a:ext>
            </a:extLst>
          </p:cNvPr>
          <p:cNvSpPr/>
          <p:nvPr/>
        </p:nvSpPr>
        <p:spPr>
          <a:xfrm>
            <a:off x="4558464" y="1252869"/>
            <a:ext cx="1386640" cy="35778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참여자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CE78018-409F-C7DE-1063-54DEBC6E5704}"/>
              </a:ext>
            </a:extLst>
          </p:cNvPr>
          <p:cNvSpPr/>
          <p:nvPr/>
        </p:nvSpPr>
        <p:spPr>
          <a:xfrm>
            <a:off x="1103897" y="8252701"/>
            <a:ext cx="2809374" cy="49490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헤위</a:t>
            </a:r>
            <a:r>
              <a:rPr lang="en-US" altLang="ko-KR" dirty="0"/>
              <a:t>~</a:t>
            </a:r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F7B3BD8-4BE6-1295-725A-9A3DD66DF187}"/>
              </a:ext>
            </a:extLst>
          </p:cNvPr>
          <p:cNvGrpSpPr/>
          <p:nvPr/>
        </p:nvGrpSpPr>
        <p:grpSpPr>
          <a:xfrm rot="16200000">
            <a:off x="3484118" y="8390866"/>
            <a:ext cx="306099" cy="281106"/>
            <a:chOff x="-4415589" y="3334690"/>
            <a:chExt cx="733926" cy="49135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91A346E-8159-F082-DF5B-0F78E33DCBDE}"/>
                </a:ext>
              </a:extLst>
            </p:cNvPr>
            <p:cNvSpPr/>
            <p:nvPr/>
          </p:nvSpPr>
          <p:spPr>
            <a:xfrm>
              <a:off x="-4415589" y="3334690"/>
              <a:ext cx="733926" cy="49135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화살표: 아래쪽 6">
              <a:hlinkClick r:id="rId2" action="ppaction://hlinksldjump"/>
              <a:extLst>
                <a:ext uri="{FF2B5EF4-FFF2-40B4-BE49-F238E27FC236}">
                  <a16:creationId xmlns:a16="http://schemas.microsoft.com/office/drawing/2014/main" id="{39036997-242E-D4CC-EA3D-FADCE650FEA7}"/>
                </a:ext>
              </a:extLst>
            </p:cNvPr>
            <p:cNvSpPr/>
            <p:nvPr/>
          </p:nvSpPr>
          <p:spPr>
            <a:xfrm rot="10800000">
              <a:off x="-4193006" y="3448994"/>
              <a:ext cx="288759" cy="279859"/>
            </a:xfrm>
            <a:prstGeom prst="downArrow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" name="그래픽 8" descr="왕관 단색으로 채워진">
            <a:extLst>
              <a:ext uri="{FF2B5EF4-FFF2-40B4-BE49-F238E27FC236}">
                <a16:creationId xmlns:a16="http://schemas.microsoft.com/office/drawing/2014/main" id="{2F36EA8D-5584-4022-7445-9BE5F46F8D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2918" y="2227200"/>
            <a:ext cx="494903" cy="494903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9F3B306-6063-C0E9-AEB8-5C80A0E59161}"/>
              </a:ext>
            </a:extLst>
          </p:cNvPr>
          <p:cNvSpPr/>
          <p:nvPr/>
        </p:nvSpPr>
        <p:spPr>
          <a:xfrm>
            <a:off x="4513345" y="1718943"/>
            <a:ext cx="1476877" cy="39407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 / 10</a:t>
            </a:r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A3368A9-BDE1-8BFF-03FB-BEFE1E90BA6C}"/>
              </a:ext>
            </a:extLst>
          </p:cNvPr>
          <p:cNvSpPr/>
          <p:nvPr/>
        </p:nvSpPr>
        <p:spPr>
          <a:xfrm>
            <a:off x="5378961" y="782053"/>
            <a:ext cx="656316" cy="31282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  <a:hlinkClick r:id="rId5" action="ppaction://hlinksldjump"/>
              </a:rPr>
              <a:t>X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B30163C-7EBD-6D2B-2B81-6F4490A4D8F9}"/>
              </a:ext>
            </a:extLst>
          </p:cNvPr>
          <p:cNvSpPr/>
          <p:nvPr/>
        </p:nvSpPr>
        <p:spPr>
          <a:xfrm>
            <a:off x="1103897" y="1221531"/>
            <a:ext cx="2891940" cy="3271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</a:t>
            </a:r>
          </a:p>
        </p:txBody>
      </p:sp>
    </p:spTree>
    <p:extLst>
      <p:ext uri="{BB962C8B-B14F-4D97-AF65-F5344CB8AC3E}">
        <p14:creationId xmlns:p14="http://schemas.microsoft.com/office/powerpoint/2010/main" val="538983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DEADD-C18A-5BA2-CC90-E5708D975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51A0BC1-881E-B4C4-66D0-B97C5BFC19ED}"/>
              </a:ext>
            </a:extLst>
          </p:cNvPr>
          <p:cNvSpPr/>
          <p:nvPr/>
        </p:nvSpPr>
        <p:spPr>
          <a:xfrm>
            <a:off x="592428" y="528034"/>
            <a:ext cx="5808372" cy="88349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0FD83DF-57CB-0E27-BB9B-4D9DD7EFF2E9}"/>
              </a:ext>
            </a:extLst>
          </p:cNvPr>
          <p:cNvSpPr/>
          <p:nvPr/>
        </p:nvSpPr>
        <p:spPr>
          <a:xfrm>
            <a:off x="4427621" y="1144580"/>
            <a:ext cx="1648326" cy="77828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종두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준성</a:t>
            </a:r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r>
              <a:rPr lang="ko-KR" altLang="en-US" dirty="0" err="1"/>
              <a:t>두혁</a:t>
            </a:r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r>
              <a:rPr lang="ko-KR" altLang="en-US" dirty="0"/>
              <a:t>승혁</a:t>
            </a:r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r>
              <a:rPr lang="ko-KR" altLang="en-US" dirty="0"/>
              <a:t>동건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성빈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A428146-C08F-EA40-F376-C5A5F3D2ED87}"/>
              </a:ext>
            </a:extLst>
          </p:cNvPr>
          <p:cNvSpPr/>
          <p:nvPr/>
        </p:nvSpPr>
        <p:spPr>
          <a:xfrm>
            <a:off x="830179" y="925753"/>
            <a:ext cx="3356810" cy="80016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성빈님이</a:t>
            </a:r>
            <a:r>
              <a:rPr lang="ko-KR" altLang="en-US" dirty="0"/>
              <a:t> 입장했습니다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성빈 </a:t>
            </a:r>
            <a:r>
              <a:rPr lang="en-US" altLang="ko-KR" dirty="0"/>
              <a:t>: </a:t>
            </a:r>
            <a:r>
              <a:rPr lang="ko-KR" altLang="en-US" dirty="0" err="1"/>
              <a:t>헤위</a:t>
            </a:r>
            <a:r>
              <a:rPr lang="en-US" altLang="ko-KR" dirty="0"/>
              <a:t>~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2DD15B4-EACF-6BC7-54BE-9DC3F4D8FC0A}"/>
              </a:ext>
            </a:extLst>
          </p:cNvPr>
          <p:cNvSpPr/>
          <p:nvPr/>
        </p:nvSpPr>
        <p:spPr>
          <a:xfrm>
            <a:off x="4558464" y="1252869"/>
            <a:ext cx="1386640" cy="35778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참여자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572DD90E-E62C-E599-7B58-C047ACEB4644}"/>
              </a:ext>
            </a:extLst>
          </p:cNvPr>
          <p:cNvSpPr/>
          <p:nvPr/>
        </p:nvSpPr>
        <p:spPr>
          <a:xfrm>
            <a:off x="1103897" y="8252701"/>
            <a:ext cx="2809374" cy="49490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0F9141C-4E37-9DF7-B408-28C670D932D8}"/>
              </a:ext>
            </a:extLst>
          </p:cNvPr>
          <p:cNvGrpSpPr/>
          <p:nvPr/>
        </p:nvGrpSpPr>
        <p:grpSpPr>
          <a:xfrm rot="16200000">
            <a:off x="3484118" y="8390866"/>
            <a:ext cx="306099" cy="281106"/>
            <a:chOff x="-4415589" y="3334690"/>
            <a:chExt cx="733926" cy="49135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D1E84F9-6D3B-F0E7-ABE1-6E1075FC1C2C}"/>
                </a:ext>
              </a:extLst>
            </p:cNvPr>
            <p:cNvSpPr/>
            <p:nvPr/>
          </p:nvSpPr>
          <p:spPr>
            <a:xfrm>
              <a:off x="-4415589" y="3334690"/>
              <a:ext cx="733926" cy="49135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화살표: 아래쪽 6">
              <a:extLst>
                <a:ext uri="{FF2B5EF4-FFF2-40B4-BE49-F238E27FC236}">
                  <a16:creationId xmlns:a16="http://schemas.microsoft.com/office/drawing/2014/main" id="{8F6E3A16-4ECC-CF56-0FEC-DFEB83460B1D}"/>
                </a:ext>
              </a:extLst>
            </p:cNvPr>
            <p:cNvSpPr/>
            <p:nvPr/>
          </p:nvSpPr>
          <p:spPr>
            <a:xfrm rot="10800000">
              <a:off x="-4193006" y="3448994"/>
              <a:ext cx="288759" cy="279859"/>
            </a:xfrm>
            <a:prstGeom prst="downArrow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" name="그래픽 8" descr="왕관 단색으로 채워진">
            <a:extLst>
              <a:ext uri="{FF2B5EF4-FFF2-40B4-BE49-F238E27FC236}">
                <a16:creationId xmlns:a16="http://schemas.microsoft.com/office/drawing/2014/main" id="{08AE88EF-AB90-B5CD-7295-3A2552ED1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2918" y="2227200"/>
            <a:ext cx="494903" cy="494903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6306850-B644-FAA7-B3FD-6E45D6D1C888}"/>
              </a:ext>
            </a:extLst>
          </p:cNvPr>
          <p:cNvSpPr/>
          <p:nvPr/>
        </p:nvSpPr>
        <p:spPr>
          <a:xfrm>
            <a:off x="4513345" y="1718943"/>
            <a:ext cx="1476877" cy="39407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 / 10</a:t>
            </a:r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840532D-7F81-2F0F-5BE8-374DBF6333DD}"/>
              </a:ext>
            </a:extLst>
          </p:cNvPr>
          <p:cNvSpPr/>
          <p:nvPr/>
        </p:nvSpPr>
        <p:spPr>
          <a:xfrm>
            <a:off x="5378961" y="782053"/>
            <a:ext cx="656316" cy="31282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  <a:hlinkClick r:id="" action="ppaction://hlinkshowjump?jump=nextslide"/>
              </a:rPr>
              <a:t>X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0397E88-13D4-1D48-B666-F3994F92C06A}"/>
              </a:ext>
            </a:extLst>
          </p:cNvPr>
          <p:cNvSpPr/>
          <p:nvPr/>
        </p:nvSpPr>
        <p:spPr>
          <a:xfrm>
            <a:off x="1103897" y="1221531"/>
            <a:ext cx="2891940" cy="3271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</a:t>
            </a:r>
          </a:p>
        </p:txBody>
      </p:sp>
    </p:spTree>
    <p:extLst>
      <p:ext uri="{BB962C8B-B14F-4D97-AF65-F5344CB8AC3E}">
        <p14:creationId xmlns:p14="http://schemas.microsoft.com/office/powerpoint/2010/main" val="3940250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4CFDD-947C-0BA8-4FE4-C95B6DF89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5E29930-8564-9381-0F94-2A790D22F26B}"/>
              </a:ext>
            </a:extLst>
          </p:cNvPr>
          <p:cNvSpPr/>
          <p:nvPr/>
        </p:nvSpPr>
        <p:spPr>
          <a:xfrm>
            <a:off x="592428" y="528034"/>
            <a:ext cx="5808372" cy="88349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C99B132-05D5-B810-B90D-F59417FC172E}"/>
              </a:ext>
            </a:extLst>
          </p:cNvPr>
          <p:cNvSpPr/>
          <p:nvPr/>
        </p:nvSpPr>
        <p:spPr>
          <a:xfrm>
            <a:off x="830179" y="925754"/>
            <a:ext cx="3356810" cy="567890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7709960-A775-2E17-232F-9A7A95CA5B19}"/>
              </a:ext>
            </a:extLst>
          </p:cNvPr>
          <p:cNvSpPr/>
          <p:nvPr/>
        </p:nvSpPr>
        <p:spPr>
          <a:xfrm>
            <a:off x="848226" y="6943068"/>
            <a:ext cx="3356810" cy="20814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성빈님이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대기실에 입장했습니다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6CAECEF-B39B-1BCD-E6FC-B2326D8A549C}"/>
              </a:ext>
            </a:extLst>
          </p:cNvPr>
          <p:cNvSpPr/>
          <p:nvPr/>
        </p:nvSpPr>
        <p:spPr>
          <a:xfrm>
            <a:off x="1046747" y="1323473"/>
            <a:ext cx="2911642" cy="55345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방 목록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C3E370D-A590-5C73-C5C8-6F1B50DF03B0}"/>
              </a:ext>
            </a:extLst>
          </p:cNvPr>
          <p:cNvSpPr/>
          <p:nvPr/>
        </p:nvSpPr>
        <p:spPr>
          <a:xfrm>
            <a:off x="1046747" y="8698832"/>
            <a:ext cx="2809374" cy="228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0E6997B-5D48-9171-2DFE-0CF4CDFCD17B}"/>
              </a:ext>
            </a:extLst>
          </p:cNvPr>
          <p:cNvGrpSpPr/>
          <p:nvPr/>
        </p:nvGrpSpPr>
        <p:grpSpPr>
          <a:xfrm rot="16200000">
            <a:off x="3474472" y="8667268"/>
            <a:ext cx="306099" cy="281106"/>
            <a:chOff x="-4415589" y="3334690"/>
            <a:chExt cx="733926" cy="491351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EE0C18ED-4CA7-57D4-96AE-FD92F3EE1EF4}"/>
                </a:ext>
              </a:extLst>
            </p:cNvPr>
            <p:cNvSpPr/>
            <p:nvPr/>
          </p:nvSpPr>
          <p:spPr>
            <a:xfrm>
              <a:off x="-4415589" y="3334690"/>
              <a:ext cx="733926" cy="49135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화살표: 아래쪽 25">
              <a:hlinkClick r:id="rId2" action="ppaction://hlinksldjump"/>
              <a:extLst>
                <a:ext uri="{FF2B5EF4-FFF2-40B4-BE49-F238E27FC236}">
                  <a16:creationId xmlns:a16="http://schemas.microsoft.com/office/drawing/2014/main" id="{504EEFE6-9EFF-6373-BEA1-AA19D25B9575}"/>
                </a:ext>
              </a:extLst>
            </p:cNvPr>
            <p:cNvSpPr/>
            <p:nvPr/>
          </p:nvSpPr>
          <p:spPr>
            <a:xfrm rot="10800000">
              <a:off x="-4193006" y="3448994"/>
              <a:ext cx="288759" cy="279859"/>
            </a:xfrm>
            <a:prstGeom prst="downArrow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4E67B57B-15EE-FDF2-2934-22FEE52BADB5}"/>
              </a:ext>
            </a:extLst>
          </p:cNvPr>
          <p:cNvSpPr/>
          <p:nvPr/>
        </p:nvSpPr>
        <p:spPr>
          <a:xfrm>
            <a:off x="3374858" y="1419725"/>
            <a:ext cx="505326" cy="360947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  <a:hlinkClick r:id="" action="ppaction://hlinkshowjump?jump=nextslide"/>
              </a:rPr>
              <a:t>+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E8EA732-0F2E-91D3-E8E2-16BFBA8D4235}"/>
              </a:ext>
            </a:extLst>
          </p:cNvPr>
          <p:cNvSpPr/>
          <p:nvPr/>
        </p:nvSpPr>
        <p:spPr>
          <a:xfrm>
            <a:off x="4427621" y="1144580"/>
            <a:ext cx="1648326" cy="77828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성빈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AD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재산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500%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늘려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드립니다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연체자 환영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385FECB-29C9-DC0D-6AE8-E5AD58366DC9}"/>
              </a:ext>
            </a:extLst>
          </p:cNvPr>
          <p:cNvSpPr/>
          <p:nvPr/>
        </p:nvSpPr>
        <p:spPr>
          <a:xfrm>
            <a:off x="4600574" y="1323473"/>
            <a:ext cx="1386640" cy="35778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대기자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B269FC1-3EB5-D8A1-AAFA-526322315F68}"/>
              </a:ext>
            </a:extLst>
          </p:cNvPr>
          <p:cNvSpPr/>
          <p:nvPr/>
        </p:nvSpPr>
        <p:spPr>
          <a:xfrm>
            <a:off x="1070810" y="2126536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종두방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(1/15)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A0F2C56-71C1-63BB-F219-BE087E3B56B8}"/>
              </a:ext>
            </a:extLst>
          </p:cNvPr>
          <p:cNvSpPr/>
          <p:nvPr/>
        </p:nvSpPr>
        <p:spPr>
          <a:xfrm>
            <a:off x="1039911" y="2870544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두혁방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(1/3)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3C1D5CB-86BF-2941-A595-B1EA0A5CD051}"/>
              </a:ext>
            </a:extLst>
          </p:cNvPr>
          <p:cNvSpPr/>
          <p:nvPr/>
        </p:nvSpPr>
        <p:spPr>
          <a:xfrm>
            <a:off x="1070809" y="3614552"/>
            <a:ext cx="2887579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준성방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(1/10)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767E535-2F14-EB69-6D7B-6EBDCAA11C85}"/>
              </a:ext>
            </a:extLst>
          </p:cNvPr>
          <p:cNvSpPr/>
          <p:nvPr/>
        </p:nvSpPr>
        <p:spPr>
          <a:xfrm>
            <a:off x="1070810" y="4365598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승혁방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(1/7)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0B0D2B0-8519-0606-BBD7-56A39D31F842}"/>
              </a:ext>
            </a:extLst>
          </p:cNvPr>
          <p:cNvSpPr/>
          <p:nvPr/>
        </p:nvSpPr>
        <p:spPr>
          <a:xfrm>
            <a:off x="1046747" y="5084609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동건방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(1/5)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3" name="그래픽 22" descr="자물쇠 단색으로 채워진">
            <a:extLst>
              <a:ext uri="{FF2B5EF4-FFF2-40B4-BE49-F238E27FC236}">
                <a16:creationId xmlns:a16="http://schemas.microsoft.com/office/drawing/2014/main" id="{221F1A81-C43A-591F-DA19-9DCDD57E47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8921" y="2932398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780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F59FD-35A5-38C5-138D-8136250C9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A6E5CCB-50DB-CD51-0D17-82BF86666945}"/>
              </a:ext>
            </a:extLst>
          </p:cNvPr>
          <p:cNvSpPr/>
          <p:nvPr/>
        </p:nvSpPr>
        <p:spPr>
          <a:xfrm>
            <a:off x="592428" y="528034"/>
            <a:ext cx="5808372" cy="88349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420BC42-C4B0-14F7-AAB4-85645E64FE53}"/>
              </a:ext>
            </a:extLst>
          </p:cNvPr>
          <p:cNvSpPr/>
          <p:nvPr/>
        </p:nvSpPr>
        <p:spPr>
          <a:xfrm>
            <a:off x="4427621" y="1144580"/>
            <a:ext cx="1648326" cy="77828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B6ED38B-C2D6-98C7-460E-DCEB4250F77F}"/>
              </a:ext>
            </a:extLst>
          </p:cNvPr>
          <p:cNvSpPr/>
          <p:nvPr/>
        </p:nvSpPr>
        <p:spPr>
          <a:xfrm>
            <a:off x="830179" y="925754"/>
            <a:ext cx="3356810" cy="567890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76C4B23-45E6-127A-AC08-D1B6D0A53F5B}"/>
              </a:ext>
            </a:extLst>
          </p:cNvPr>
          <p:cNvSpPr/>
          <p:nvPr/>
        </p:nvSpPr>
        <p:spPr>
          <a:xfrm>
            <a:off x="848226" y="6943068"/>
            <a:ext cx="3356810" cy="20814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altLang="ko-KR" dirty="0"/>
          </a:p>
          <a:p>
            <a:r>
              <a:rPr lang="ko-KR" altLang="en-US" dirty="0"/>
              <a:t>성빈 </a:t>
            </a:r>
            <a:r>
              <a:rPr lang="en-US" altLang="ko-KR" dirty="0"/>
              <a:t>: </a:t>
            </a:r>
            <a:r>
              <a:rPr lang="en-US" altLang="ko-KR" dirty="0" err="1"/>
              <a:t>artgagds</a:t>
            </a:r>
            <a:endParaRPr lang="en-US" altLang="ko-KR" dirty="0"/>
          </a:p>
          <a:p>
            <a:r>
              <a:rPr lang="ko-KR" altLang="en-US" dirty="0"/>
              <a:t>성빈 </a:t>
            </a:r>
            <a:r>
              <a:rPr lang="en-US" altLang="ko-KR" dirty="0"/>
              <a:t>: </a:t>
            </a:r>
            <a:r>
              <a:rPr lang="en-US" altLang="ko-KR" dirty="0" err="1"/>
              <a:t>artgagds</a:t>
            </a:r>
            <a:endParaRPr lang="en-US" altLang="ko-KR" dirty="0"/>
          </a:p>
          <a:p>
            <a:r>
              <a:rPr lang="ko-KR" altLang="en-US" dirty="0"/>
              <a:t>성빈 </a:t>
            </a:r>
            <a:r>
              <a:rPr lang="en-US" altLang="ko-KR" dirty="0"/>
              <a:t>: </a:t>
            </a:r>
            <a:r>
              <a:rPr lang="en-US" altLang="ko-KR" dirty="0" err="1"/>
              <a:t>artgagds</a:t>
            </a:r>
            <a:endParaRPr lang="en-US" altLang="ko-KR" dirty="0"/>
          </a:p>
          <a:p>
            <a:r>
              <a:rPr lang="ko-KR" altLang="en-US" dirty="0"/>
              <a:t>성빈 </a:t>
            </a:r>
            <a:r>
              <a:rPr lang="en-US" altLang="ko-KR" dirty="0"/>
              <a:t>: </a:t>
            </a:r>
            <a:r>
              <a:rPr lang="en-US" altLang="ko-KR" dirty="0" err="1"/>
              <a:t>artgagds</a:t>
            </a:r>
            <a:endParaRPr lang="en-US" altLang="ko-KR" dirty="0"/>
          </a:p>
          <a:p>
            <a:r>
              <a:rPr lang="ko-KR" altLang="en-US" dirty="0"/>
              <a:t>성빈 </a:t>
            </a:r>
            <a:r>
              <a:rPr lang="en-US" altLang="ko-KR" dirty="0"/>
              <a:t>: </a:t>
            </a:r>
            <a:r>
              <a:rPr lang="en-US" altLang="ko-KR" dirty="0" err="1"/>
              <a:t>artgagds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32E87BB-D58E-72B1-5B4B-1600200534B8}"/>
              </a:ext>
            </a:extLst>
          </p:cNvPr>
          <p:cNvSpPr/>
          <p:nvPr/>
        </p:nvSpPr>
        <p:spPr>
          <a:xfrm>
            <a:off x="4558464" y="1252869"/>
            <a:ext cx="1386640" cy="35778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대기자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616662D-78A3-EED4-FF43-89F8BECFE95E}"/>
              </a:ext>
            </a:extLst>
          </p:cNvPr>
          <p:cNvSpPr/>
          <p:nvPr/>
        </p:nvSpPr>
        <p:spPr>
          <a:xfrm>
            <a:off x="1046747" y="1323473"/>
            <a:ext cx="2911642" cy="55345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방 목록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A6051F9-EBAF-F07A-DA28-7AC40C7A7A08}"/>
              </a:ext>
            </a:extLst>
          </p:cNvPr>
          <p:cNvSpPr/>
          <p:nvPr/>
        </p:nvSpPr>
        <p:spPr>
          <a:xfrm>
            <a:off x="1070810" y="2126536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hlinkClick r:id="rId2" action="ppaction://hlinksldjump"/>
              </a:rPr>
              <a:t>종두방</a:t>
            </a:r>
            <a:r>
              <a:rPr lang="ko-KR" altLang="en-US" dirty="0"/>
              <a:t> </a:t>
            </a:r>
            <a:r>
              <a:rPr lang="en-US" altLang="ko-KR" dirty="0"/>
              <a:t>(5/10)</a:t>
            </a:r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BBAF8EE-5812-42DF-9573-C668C36BAD0D}"/>
              </a:ext>
            </a:extLst>
          </p:cNvPr>
          <p:cNvSpPr/>
          <p:nvPr/>
        </p:nvSpPr>
        <p:spPr>
          <a:xfrm>
            <a:off x="1070810" y="2895541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C4AA417-D013-0DF1-4597-85AF313252D6}"/>
              </a:ext>
            </a:extLst>
          </p:cNvPr>
          <p:cNvSpPr/>
          <p:nvPr/>
        </p:nvSpPr>
        <p:spPr>
          <a:xfrm>
            <a:off x="1070809" y="3614552"/>
            <a:ext cx="2887579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F05FF8A-BEA2-446A-D19C-F0E0152721B7}"/>
              </a:ext>
            </a:extLst>
          </p:cNvPr>
          <p:cNvSpPr/>
          <p:nvPr/>
        </p:nvSpPr>
        <p:spPr>
          <a:xfrm>
            <a:off x="1070810" y="4365598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5DEA98A9-CD39-B68B-F18E-3A6AB06724E8}"/>
              </a:ext>
            </a:extLst>
          </p:cNvPr>
          <p:cNvSpPr/>
          <p:nvPr/>
        </p:nvSpPr>
        <p:spPr>
          <a:xfrm>
            <a:off x="1046747" y="5084609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pic>
        <p:nvPicPr>
          <p:cNvPr id="23" name="그래픽 22" descr="자물쇠 단색으로 채워진">
            <a:extLst>
              <a:ext uri="{FF2B5EF4-FFF2-40B4-BE49-F238E27FC236}">
                <a16:creationId xmlns:a16="http://schemas.microsoft.com/office/drawing/2014/main" id="{FC1B72A9-945A-984E-D8AC-46E824F838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8921" y="2932398"/>
            <a:ext cx="457200" cy="457200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EBA3166-D44D-5E0D-3E73-8C9900F4BC41}"/>
              </a:ext>
            </a:extLst>
          </p:cNvPr>
          <p:cNvSpPr/>
          <p:nvPr/>
        </p:nvSpPr>
        <p:spPr>
          <a:xfrm>
            <a:off x="1046747" y="8698832"/>
            <a:ext cx="2809374" cy="228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475CB717-282A-ACD7-9011-5BB8A8859144}"/>
              </a:ext>
            </a:extLst>
          </p:cNvPr>
          <p:cNvGrpSpPr/>
          <p:nvPr/>
        </p:nvGrpSpPr>
        <p:grpSpPr>
          <a:xfrm rot="16200000">
            <a:off x="3474472" y="8667268"/>
            <a:ext cx="306099" cy="281106"/>
            <a:chOff x="-4415589" y="3334690"/>
            <a:chExt cx="733926" cy="491351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EC944F8E-12FE-2B82-0F5C-35D1160ED0BB}"/>
                </a:ext>
              </a:extLst>
            </p:cNvPr>
            <p:cNvSpPr/>
            <p:nvPr/>
          </p:nvSpPr>
          <p:spPr>
            <a:xfrm>
              <a:off x="-4415589" y="3334690"/>
              <a:ext cx="733926" cy="49135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화살표: 아래쪽 25">
              <a:extLst>
                <a:ext uri="{FF2B5EF4-FFF2-40B4-BE49-F238E27FC236}">
                  <a16:creationId xmlns:a16="http://schemas.microsoft.com/office/drawing/2014/main" id="{EAAE84F8-F440-A394-C117-7C006AC68DFD}"/>
                </a:ext>
              </a:extLst>
            </p:cNvPr>
            <p:cNvSpPr/>
            <p:nvPr/>
          </p:nvSpPr>
          <p:spPr>
            <a:xfrm rot="10800000">
              <a:off x="-4193006" y="3448994"/>
              <a:ext cx="288759" cy="279859"/>
            </a:xfrm>
            <a:prstGeom prst="downArrow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D856731-ADE9-ED4E-5003-C95E0D087E09}"/>
              </a:ext>
            </a:extLst>
          </p:cNvPr>
          <p:cNvSpPr/>
          <p:nvPr/>
        </p:nvSpPr>
        <p:spPr>
          <a:xfrm>
            <a:off x="3374858" y="1419725"/>
            <a:ext cx="505326" cy="360947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+</a:t>
            </a:r>
            <a:endParaRPr lang="ko-KR" altLang="en-US" sz="2800" dirty="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EF55EBA-218B-E8D1-FEFB-8EBA10FCD5E4}"/>
              </a:ext>
            </a:extLst>
          </p:cNvPr>
          <p:cNvGrpSpPr/>
          <p:nvPr/>
        </p:nvGrpSpPr>
        <p:grpSpPr>
          <a:xfrm>
            <a:off x="703283" y="3207559"/>
            <a:ext cx="4951560" cy="2430503"/>
            <a:chOff x="703282" y="3207559"/>
            <a:chExt cx="7448677" cy="2757608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C3899313-9553-53A9-08E7-5FEB11700CD0}"/>
                </a:ext>
              </a:extLst>
            </p:cNvPr>
            <p:cNvSpPr/>
            <p:nvPr/>
          </p:nvSpPr>
          <p:spPr>
            <a:xfrm>
              <a:off x="703282" y="3207559"/>
              <a:ext cx="7448677" cy="2757608"/>
            </a:xfrm>
            <a:prstGeom prst="roundRect">
              <a:avLst/>
            </a:prstGeom>
            <a:solidFill>
              <a:schemeClr val="lt1">
                <a:alpha val="9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B0E46083-C959-B033-D20A-69979A00E254}"/>
                </a:ext>
              </a:extLst>
            </p:cNvPr>
            <p:cNvSpPr/>
            <p:nvPr/>
          </p:nvSpPr>
          <p:spPr>
            <a:xfrm>
              <a:off x="1261086" y="3478009"/>
              <a:ext cx="4625896" cy="721804"/>
            </a:xfrm>
            <a:prstGeom prst="roundRect">
              <a:avLst/>
            </a:prstGeom>
            <a:solidFill>
              <a:schemeClr val="lt1">
                <a:alpha val="9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성빈방</a:t>
              </a:r>
              <a:endParaRPr lang="ko-KR" altLang="en-US" dirty="0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B2C23DAE-2FEF-B12D-237F-B694A51D9574}"/>
                </a:ext>
              </a:extLst>
            </p:cNvPr>
            <p:cNvSpPr/>
            <p:nvPr/>
          </p:nvSpPr>
          <p:spPr>
            <a:xfrm>
              <a:off x="1902677" y="4552133"/>
              <a:ext cx="4219954" cy="721804"/>
            </a:xfrm>
            <a:prstGeom prst="roundRect">
              <a:avLst/>
            </a:prstGeom>
            <a:solidFill>
              <a:schemeClr val="lt1">
                <a:alpha val="9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1234</a:t>
              </a:r>
              <a:endParaRPr lang="ko-KR" altLang="en-US" dirty="0"/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323C4A28-66BB-1168-E1E8-5E499D5A6CCA}"/>
                </a:ext>
              </a:extLst>
            </p:cNvPr>
            <p:cNvSpPr/>
            <p:nvPr/>
          </p:nvSpPr>
          <p:spPr>
            <a:xfrm>
              <a:off x="6211430" y="3575959"/>
              <a:ext cx="1648326" cy="630637"/>
            </a:xfrm>
            <a:prstGeom prst="roundRect">
              <a:avLst/>
            </a:prstGeom>
            <a:solidFill>
              <a:schemeClr val="lt1">
                <a:alpha val="9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10</a:t>
              </a:r>
              <a:endParaRPr lang="ko-KR" altLang="en-US" dirty="0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DA324A5C-102D-E297-C753-EED7D7EDDE35}"/>
                </a:ext>
              </a:extLst>
            </p:cNvPr>
            <p:cNvSpPr/>
            <p:nvPr/>
          </p:nvSpPr>
          <p:spPr>
            <a:xfrm>
              <a:off x="6536283" y="4586363"/>
              <a:ext cx="1219393" cy="630637"/>
            </a:xfrm>
            <a:prstGeom prst="roundRect">
              <a:avLst/>
            </a:prstGeom>
            <a:solidFill>
              <a:schemeClr val="lt1">
                <a:alpha val="9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hlinkClick r:id="" action="ppaction://hlinkshowjump?jump=nextslide"/>
                </a:rPr>
                <a:t>생성</a:t>
              </a:r>
              <a:endParaRPr lang="ko-KR" altLang="en-US" dirty="0"/>
            </a:p>
          </p:txBody>
        </p:sp>
      </p:grp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283678D-15A4-40CC-38C1-FC45D85F7813}"/>
              </a:ext>
            </a:extLst>
          </p:cNvPr>
          <p:cNvSpPr/>
          <p:nvPr/>
        </p:nvSpPr>
        <p:spPr>
          <a:xfrm>
            <a:off x="778417" y="4417546"/>
            <a:ext cx="644565" cy="569404"/>
          </a:xfrm>
          <a:prstGeom prst="roundRect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3" name="그래픽 12" descr="확인 표시 단색으로 채워진">
            <a:extLst>
              <a:ext uri="{FF2B5EF4-FFF2-40B4-BE49-F238E27FC236}">
                <a16:creationId xmlns:a16="http://schemas.microsoft.com/office/drawing/2014/main" id="{ED6C2317-361A-86ED-9424-D1AB893DDA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9865" y="4516771"/>
            <a:ext cx="430257" cy="43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689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C3736-F01C-56C8-A8A5-4789A1A29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494724F-3E9C-9D09-0F1D-9A5132C12A01}"/>
              </a:ext>
            </a:extLst>
          </p:cNvPr>
          <p:cNvSpPr/>
          <p:nvPr/>
        </p:nvSpPr>
        <p:spPr>
          <a:xfrm>
            <a:off x="592428" y="528034"/>
            <a:ext cx="5808372" cy="88349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A4A9407-096A-3ADF-B6B7-67D33486ED6C}"/>
              </a:ext>
            </a:extLst>
          </p:cNvPr>
          <p:cNvSpPr/>
          <p:nvPr/>
        </p:nvSpPr>
        <p:spPr>
          <a:xfrm>
            <a:off x="4427621" y="1144580"/>
            <a:ext cx="1648326" cy="77828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성빈</a:t>
            </a:r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54A2DA4-0374-FA13-E5F6-3C45DA32A2D5}"/>
              </a:ext>
            </a:extLst>
          </p:cNvPr>
          <p:cNvSpPr/>
          <p:nvPr/>
        </p:nvSpPr>
        <p:spPr>
          <a:xfrm>
            <a:off x="794708" y="925754"/>
            <a:ext cx="3356810" cy="80016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성빈님이</a:t>
            </a:r>
            <a:r>
              <a:rPr lang="ko-KR" altLang="en-US" dirty="0"/>
              <a:t> 입장했습니다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61B15E2-3035-1CF9-427E-828150768CD4}"/>
              </a:ext>
            </a:extLst>
          </p:cNvPr>
          <p:cNvSpPr/>
          <p:nvPr/>
        </p:nvSpPr>
        <p:spPr>
          <a:xfrm>
            <a:off x="4558464" y="1252869"/>
            <a:ext cx="1386640" cy="35778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참여자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307A508-80AC-8A11-4B14-7EE636690F49}"/>
              </a:ext>
            </a:extLst>
          </p:cNvPr>
          <p:cNvSpPr/>
          <p:nvPr/>
        </p:nvSpPr>
        <p:spPr>
          <a:xfrm>
            <a:off x="1103897" y="8252701"/>
            <a:ext cx="2809374" cy="49490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E6F5194-D20B-EA9D-6F31-1D3E04243985}"/>
              </a:ext>
            </a:extLst>
          </p:cNvPr>
          <p:cNvGrpSpPr/>
          <p:nvPr/>
        </p:nvGrpSpPr>
        <p:grpSpPr>
          <a:xfrm rot="16200000">
            <a:off x="3484118" y="8390866"/>
            <a:ext cx="306099" cy="281106"/>
            <a:chOff x="-4415589" y="3334690"/>
            <a:chExt cx="733926" cy="49135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F7A5A0E-E84D-8831-B98F-5C4BAAEBC7C2}"/>
                </a:ext>
              </a:extLst>
            </p:cNvPr>
            <p:cNvSpPr/>
            <p:nvPr/>
          </p:nvSpPr>
          <p:spPr>
            <a:xfrm>
              <a:off x="-4415589" y="3334690"/>
              <a:ext cx="733926" cy="49135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화살표: 아래쪽 6">
              <a:extLst>
                <a:ext uri="{FF2B5EF4-FFF2-40B4-BE49-F238E27FC236}">
                  <a16:creationId xmlns:a16="http://schemas.microsoft.com/office/drawing/2014/main" id="{68097984-C94C-3237-9989-6FF63082CE59}"/>
                </a:ext>
              </a:extLst>
            </p:cNvPr>
            <p:cNvSpPr/>
            <p:nvPr/>
          </p:nvSpPr>
          <p:spPr>
            <a:xfrm rot="10800000">
              <a:off x="-4193006" y="3448994"/>
              <a:ext cx="288759" cy="279859"/>
            </a:xfrm>
            <a:prstGeom prst="downArrow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" name="그래픽 8" descr="왕관 단색으로 채워진">
            <a:extLst>
              <a:ext uri="{FF2B5EF4-FFF2-40B4-BE49-F238E27FC236}">
                <a16:creationId xmlns:a16="http://schemas.microsoft.com/office/drawing/2014/main" id="{7DBBBBE5-F7E5-3692-4C48-880A697B7B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9101" y="2162726"/>
            <a:ext cx="396004" cy="396004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15B5D48-579F-3386-A0A2-5F764AC9DF29}"/>
              </a:ext>
            </a:extLst>
          </p:cNvPr>
          <p:cNvSpPr/>
          <p:nvPr/>
        </p:nvSpPr>
        <p:spPr>
          <a:xfrm>
            <a:off x="4513345" y="1718943"/>
            <a:ext cx="1476877" cy="39407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 / 10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D8EBC5F-94A2-197D-0FC8-3B9D405773C7}"/>
              </a:ext>
            </a:extLst>
          </p:cNvPr>
          <p:cNvSpPr/>
          <p:nvPr/>
        </p:nvSpPr>
        <p:spPr>
          <a:xfrm>
            <a:off x="1103897" y="1221531"/>
            <a:ext cx="2891940" cy="3271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성빈방</a:t>
            </a:r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5D2B277-735F-BB75-778C-F231FA38CD54}"/>
              </a:ext>
            </a:extLst>
          </p:cNvPr>
          <p:cNvSpPr/>
          <p:nvPr/>
        </p:nvSpPr>
        <p:spPr>
          <a:xfrm>
            <a:off x="4581023" y="8169316"/>
            <a:ext cx="577516" cy="6037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hlinkClick r:id="rId4" action="ppaction://hlinksldjump"/>
              </a:rPr>
              <a:t>+</a:t>
            </a:r>
            <a:endParaRPr lang="ko-KR" altLang="en-US" sz="36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A79BCF4-4B15-F98E-FBCF-16751AF91565}"/>
              </a:ext>
            </a:extLst>
          </p:cNvPr>
          <p:cNvSpPr/>
          <p:nvPr/>
        </p:nvSpPr>
        <p:spPr>
          <a:xfrm>
            <a:off x="5311941" y="8187057"/>
            <a:ext cx="577516" cy="6037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000" dirty="0"/>
              <a:t>-</a:t>
            </a:r>
            <a:endParaRPr lang="ko-KR" altLang="en-US" sz="4000" dirty="0"/>
          </a:p>
        </p:txBody>
      </p:sp>
      <p:pic>
        <p:nvPicPr>
          <p:cNvPr id="17" name="그래픽 16" descr="자물쇠 단색으로 채워진">
            <a:extLst>
              <a:ext uri="{FF2B5EF4-FFF2-40B4-BE49-F238E27FC236}">
                <a16:creationId xmlns:a16="http://schemas.microsoft.com/office/drawing/2014/main" id="{6A2DC0CD-A2A5-DA0B-D23C-20823F487B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56774" y="1205943"/>
            <a:ext cx="378800" cy="3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323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AA975-E7B0-2312-32F7-4A5A58D4E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6633F20-62CA-7A29-D15A-640574573B0C}"/>
              </a:ext>
            </a:extLst>
          </p:cNvPr>
          <p:cNvSpPr/>
          <p:nvPr/>
        </p:nvSpPr>
        <p:spPr>
          <a:xfrm>
            <a:off x="592428" y="528034"/>
            <a:ext cx="5808372" cy="88349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8018A1C-16F5-F2EB-9935-916267D3F6F7}"/>
              </a:ext>
            </a:extLst>
          </p:cNvPr>
          <p:cNvSpPr/>
          <p:nvPr/>
        </p:nvSpPr>
        <p:spPr>
          <a:xfrm>
            <a:off x="4427621" y="1144580"/>
            <a:ext cx="1648326" cy="77828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성빈</a:t>
            </a:r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127DFF6-FAA8-063F-165C-B3E7E1432B06}"/>
              </a:ext>
            </a:extLst>
          </p:cNvPr>
          <p:cNvSpPr/>
          <p:nvPr/>
        </p:nvSpPr>
        <p:spPr>
          <a:xfrm>
            <a:off x="830179" y="925753"/>
            <a:ext cx="3356810" cy="80016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D21A3DC-A8E8-B9E2-3EB8-BAD38219D956}"/>
              </a:ext>
            </a:extLst>
          </p:cNvPr>
          <p:cNvSpPr/>
          <p:nvPr/>
        </p:nvSpPr>
        <p:spPr>
          <a:xfrm>
            <a:off x="4558464" y="1252869"/>
            <a:ext cx="1386640" cy="35778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참여자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2D25005-25BA-98CB-D586-50F42FA4ED85}"/>
              </a:ext>
            </a:extLst>
          </p:cNvPr>
          <p:cNvSpPr/>
          <p:nvPr/>
        </p:nvSpPr>
        <p:spPr>
          <a:xfrm>
            <a:off x="1103897" y="8252701"/>
            <a:ext cx="2809374" cy="49490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" name="그래픽 8" descr="왕관 단색으로 채워진">
            <a:extLst>
              <a:ext uri="{FF2B5EF4-FFF2-40B4-BE49-F238E27FC236}">
                <a16:creationId xmlns:a16="http://schemas.microsoft.com/office/drawing/2014/main" id="{55923716-F8BE-D1E4-B6F8-C7E0E75BB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9101" y="2162726"/>
            <a:ext cx="396004" cy="396004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71A31C7-79E9-0109-F039-71684F6F4799}"/>
              </a:ext>
            </a:extLst>
          </p:cNvPr>
          <p:cNvSpPr/>
          <p:nvPr/>
        </p:nvSpPr>
        <p:spPr>
          <a:xfrm>
            <a:off x="4513345" y="1718943"/>
            <a:ext cx="1476877" cy="39407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 / 10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5DAA516-EB9A-518D-832A-F7A7AEA27602}"/>
              </a:ext>
            </a:extLst>
          </p:cNvPr>
          <p:cNvSpPr/>
          <p:nvPr/>
        </p:nvSpPr>
        <p:spPr>
          <a:xfrm>
            <a:off x="1103897" y="1221531"/>
            <a:ext cx="2891940" cy="3271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성빈방</a:t>
            </a:r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A15D2EA-E866-B931-630C-C4D42489E28F}"/>
              </a:ext>
            </a:extLst>
          </p:cNvPr>
          <p:cNvSpPr/>
          <p:nvPr/>
        </p:nvSpPr>
        <p:spPr>
          <a:xfrm>
            <a:off x="4581023" y="8169316"/>
            <a:ext cx="577516" cy="6037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+</a:t>
            </a:r>
            <a:endParaRPr lang="ko-KR" altLang="en-US" sz="36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73E2F2F-328D-A1C5-0D27-FB32D6B89632}"/>
              </a:ext>
            </a:extLst>
          </p:cNvPr>
          <p:cNvSpPr/>
          <p:nvPr/>
        </p:nvSpPr>
        <p:spPr>
          <a:xfrm>
            <a:off x="5311941" y="8187057"/>
            <a:ext cx="577516" cy="6037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000" dirty="0"/>
              <a:t>-</a:t>
            </a:r>
            <a:endParaRPr lang="ko-KR" altLang="en-US" sz="4000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E0A7786-7393-68B2-3BD2-3D397E714DF6}"/>
              </a:ext>
            </a:extLst>
          </p:cNvPr>
          <p:cNvSpPr/>
          <p:nvPr/>
        </p:nvSpPr>
        <p:spPr>
          <a:xfrm>
            <a:off x="1020834" y="3159591"/>
            <a:ext cx="4951560" cy="2430503"/>
          </a:xfrm>
          <a:prstGeom prst="roundRect">
            <a:avLst/>
          </a:prstGeom>
          <a:solidFill>
            <a:schemeClr val="lt1">
              <a:alpha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691AB1D-D42F-30CE-D4BC-876EA760CB8C}"/>
              </a:ext>
            </a:extLst>
          </p:cNvPr>
          <p:cNvSpPr/>
          <p:nvPr/>
        </p:nvSpPr>
        <p:spPr>
          <a:xfrm>
            <a:off x="1265026" y="3582809"/>
            <a:ext cx="4389816" cy="596682"/>
          </a:xfrm>
          <a:prstGeom prst="roundRect">
            <a:avLst/>
          </a:prstGeom>
          <a:solidFill>
            <a:schemeClr val="lt1">
              <a:alpha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r>
              <a:rPr lang="ko-KR" altLang="en-US" dirty="0">
                <a:solidFill>
                  <a:schemeClr val="bg2">
                    <a:lumMod val="75000"/>
                  </a:schemeClr>
                </a:solidFill>
              </a:rPr>
              <a:t>준성</a:t>
            </a:r>
            <a:endParaRPr lang="en-US" altLang="ko-KR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endParaRPr lang="en-US" altLang="ko-KR" dirty="0"/>
          </a:p>
        </p:txBody>
      </p:sp>
      <p:sp>
        <p:nvSpPr>
          <p:cNvPr id="23" name="화살표: 아래쪽 22">
            <a:extLst>
              <a:ext uri="{FF2B5EF4-FFF2-40B4-BE49-F238E27FC236}">
                <a16:creationId xmlns:a16="http://schemas.microsoft.com/office/drawing/2014/main" id="{EB9F5F05-CC3E-6AF3-B3A6-DBAF76B3A951}"/>
              </a:ext>
            </a:extLst>
          </p:cNvPr>
          <p:cNvSpPr/>
          <p:nvPr/>
        </p:nvSpPr>
        <p:spPr>
          <a:xfrm rot="5400000">
            <a:off x="3734247" y="8603764"/>
            <a:ext cx="120433" cy="160110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7C56F74-E00F-AE8E-76C3-A08711CEA61A}"/>
              </a:ext>
            </a:extLst>
          </p:cNvPr>
          <p:cNvGrpSpPr/>
          <p:nvPr/>
        </p:nvGrpSpPr>
        <p:grpSpPr>
          <a:xfrm rot="10800000">
            <a:off x="5043290" y="3723963"/>
            <a:ext cx="306099" cy="281106"/>
            <a:chOff x="-4415589" y="3334690"/>
            <a:chExt cx="733926" cy="49135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B5B1158-600E-BF34-5E01-D8B19E3B99EF}"/>
                </a:ext>
              </a:extLst>
            </p:cNvPr>
            <p:cNvSpPr/>
            <p:nvPr/>
          </p:nvSpPr>
          <p:spPr>
            <a:xfrm>
              <a:off x="-4415589" y="3334690"/>
              <a:ext cx="733926" cy="49135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화살표: 아래쪽 6">
              <a:extLst>
                <a:ext uri="{FF2B5EF4-FFF2-40B4-BE49-F238E27FC236}">
                  <a16:creationId xmlns:a16="http://schemas.microsoft.com/office/drawing/2014/main" id="{1C7832F6-2073-A4A5-1166-E2A98D210AE5}"/>
                </a:ext>
              </a:extLst>
            </p:cNvPr>
            <p:cNvSpPr/>
            <p:nvPr/>
          </p:nvSpPr>
          <p:spPr>
            <a:xfrm rot="10800000">
              <a:off x="-4193006" y="3448994"/>
              <a:ext cx="288759" cy="279859"/>
            </a:xfrm>
            <a:prstGeom prst="downArrow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D49C57B-41B1-84FA-3AE1-92A3C5F4F77F}"/>
              </a:ext>
            </a:extLst>
          </p:cNvPr>
          <p:cNvSpPr/>
          <p:nvPr/>
        </p:nvSpPr>
        <p:spPr>
          <a:xfrm>
            <a:off x="2920339" y="4583515"/>
            <a:ext cx="1266650" cy="650165"/>
          </a:xfrm>
          <a:prstGeom prst="roundRect">
            <a:avLst/>
          </a:prstGeom>
          <a:solidFill>
            <a:schemeClr val="lt1">
              <a:alpha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hlinkClick r:id="rId4" action="ppaction://hlinksldjump"/>
              </a:rPr>
              <a:t>초대</a:t>
            </a:r>
            <a:endParaRPr lang="ko-KR" altLang="en-US" dirty="0"/>
          </a:p>
        </p:txBody>
      </p:sp>
      <p:pic>
        <p:nvPicPr>
          <p:cNvPr id="25" name="그래픽 24" descr="자물쇠 단색으로 채워진">
            <a:extLst>
              <a:ext uri="{FF2B5EF4-FFF2-40B4-BE49-F238E27FC236}">
                <a16:creationId xmlns:a16="http://schemas.microsoft.com/office/drawing/2014/main" id="{5205051F-658F-7318-30B4-CAA380189C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56774" y="1205943"/>
            <a:ext cx="378800" cy="3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700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348FA-E304-7A83-0855-74D44FA4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82C7751-2D4B-0242-CFA0-8F47D2F48D80}"/>
              </a:ext>
            </a:extLst>
          </p:cNvPr>
          <p:cNvSpPr/>
          <p:nvPr/>
        </p:nvSpPr>
        <p:spPr>
          <a:xfrm>
            <a:off x="592428" y="528034"/>
            <a:ext cx="5808372" cy="88349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C9089DA-2469-0288-27EC-81FED68B7C3E}"/>
              </a:ext>
            </a:extLst>
          </p:cNvPr>
          <p:cNvSpPr/>
          <p:nvPr/>
        </p:nvSpPr>
        <p:spPr>
          <a:xfrm>
            <a:off x="4427621" y="1144580"/>
            <a:ext cx="1648326" cy="77828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성빈</a:t>
            </a:r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r>
              <a:rPr lang="ko-KR" altLang="en-US" dirty="0"/>
              <a:t>준성</a:t>
            </a:r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0944BEF-44FC-DA68-B348-3BBF3B1BA56B}"/>
              </a:ext>
            </a:extLst>
          </p:cNvPr>
          <p:cNvSpPr/>
          <p:nvPr/>
        </p:nvSpPr>
        <p:spPr>
          <a:xfrm>
            <a:off x="830179" y="925753"/>
            <a:ext cx="3356810" cy="80016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준성님이</a:t>
            </a:r>
            <a:r>
              <a:rPr lang="ko-KR" altLang="en-US" dirty="0"/>
              <a:t> 입장했습니다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01D4C96-236A-D419-62AA-FB57A5ED30C2}"/>
              </a:ext>
            </a:extLst>
          </p:cNvPr>
          <p:cNvSpPr/>
          <p:nvPr/>
        </p:nvSpPr>
        <p:spPr>
          <a:xfrm>
            <a:off x="4558464" y="1252869"/>
            <a:ext cx="1386640" cy="35778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참여자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4A54874-D70D-BF9F-6232-51D21BD19B9D}"/>
              </a:ext>
            </a:extLst>
          </p:cNvPr>
          <p:cNvSpPr/>
          <p:nvPr/>
        </p:nvSpPr>
        <p:spPr>
          <a:xfrm>
            <a:off x="1103897" y="8252701"/>
            <a:ext cx="2809374" cy="49490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84E9E7E-951E-85A7-722F-C3014F249D74}"/>
              </a:ext>
            </a:extLst>
          </p:cNvPr>
          <p:cNvGrpSpPr/>
          <p:nvPr/>
        </p:nvGrpSpPr>
        <p:grpSpPr>
          <a:xfrm rot="16200000">
            <a:off x="3484118" y="8390866"/>
            <a:ext cx="306099" cy="281106"/>
            <a:chOff x="-4415589" y="3334690"/>
            <a:chExt cx="733926" cy="49135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E786297-3E04-8306-3DFC-90C99A096BE8}"/>
                </a:ext>
              </a:extLst>
            </p:cNvPr>
            <p:cNvSpPr/>
            <p:nvPr/>
          </p:nvSpPr>
          <p:spPr>
            <a:xfrm>
              <a:off x="-4415589" y="3334690"/>
              <a:ext cx="733926" cy="49135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화살표: 아래쪽 6">
              <a:extLst>
                <a:ext uri="{FF2B5EF4-FFF2-40B4-BE49-F238E27FC236}">
                  <a16:creationId xmlns:a16="http://schemas.microsoft.com/office/drawing/2014/main" id="{29BA088C-3DCF-939A-7B39-F1EA7AE14B83}"/>
                </a:ext>
              </a:extLst>
            </p:cNvPr>
            <p:cNvSpPr/>
            <p:nvPr/>
          </p:nvSpPr>
          <p:spPr>
            <a:xfrm rot="10800000">
              <a:off x="-4193006" y="3448994"/>
              <a:ext cx="288759" cy="279859"/>
            </a:xfrm>
            <a:prstGeom prst="downArrow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" name="그래픽 8" descr="왕관 단색으로 채워진">
            <a:extLst>
              <a:ext uri="{FF2B5EF4-FFF2-40B4-BE49-F238E27FC236}">
                <a16:creationId xmlns:a16="http://schemas.microsoft.com/office/drawing/2014/main" id="{7B56B508-9268-F885-EC2A-7B08A79F7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9101" y="2162726"/>
            <a:ext cx="396004" cy="396004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85D50CD-A444-54D1-17AE-3BCBDFAA916A}"/>
              </a:ext>
            </a:extLst>
          </p:cNvPr>
          <p:cNvSpPr/>
          <p:nvPr/>
        </p:nvSpPr>
        <p:spPr>
          <a:xfrm>
            <a:off x="4513345" y="1718943"/>
            <a:ext cx="1476877" cy="39407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 / 10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C94B128-041A-9BB7-27F9-0AA1A28CCD3E}"/>
              </a:ext>
            </a:extLst>
          </p:cNvPr>
          <p:cNvSpPr/>
          <p:nvPr/>
        </p:nvSpPr>
        <p:spPr>
          <a:xfrm>
            <a:off x="1103897" y="1221531"/>
            <a:ext cx="2891940" cy="3271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성빈방</a:t>
            </a:r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59E9BB1-635A-03BC-EFDC-9376D090CC62}"/>
              </a:ext>
            </a:extLst>
          </p:cNvPr>
          <p:cNvSpPr/>
          <p:nvPr/>
        </p:nvSpPr>
        <p:spPr>
          <a:xfrm>
            <a:off x="4581023" y="8169316"/>
            <a:ext cx="577516" cy="6037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+</a:t>
            </a:r>
            <a:endParaRPr lang="ko-KR" altLang="en-US" sz="36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9B8CB5B-29C9-83F4-DA7C-DAD3B0FAF32C}"/>
              </a:ext>
            </a:extLst>
          </p:cNvPr>
          <p:cNvSpPr/>
          <p:nvPr/>
        </p:nvSpPr>
        <p:spPr>
          <a:xfrm>
            <a:off x="5311941" y="8187057"/>
            <a:ext cx="577516" cy="6037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hlinkClick r:id="" action="ppaction://hlinkshowjump?jump=nextslide"/>
              </a:rPr>
              <a:t>-</a:t>
            </a:r>
            <a:endParaRPr lang="ko-KR" altLang="en-US" sz="4000" dirty="0"/>
          </a:p>
        </p:txBody>
      </p:sp>
      <p:pic>
        <p:nvPicPr>
          <p:cNvPr id="8" name="그래픽 7" descr="자물쇠 단색으로 채워진">
            <a:extLst>
              <a:ext uri="{FF2B5EF4-FFF2-40B4-BE49-F238E27FC236}">
                <a16:creationId xmlns:a16="http://schemas.microsoft.com/office/drawing/2014/main" id="{EDC5BC8A-0C96-08EC-C3CE-724E17B856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56774" y="1205943"/>
            <a:ext cx="378800" cy="3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231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8583C-23AB-FE5C-1853-C4EB681C4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EFC6FC8-1D6D-205D-09FA-B4A6EC503C3F}"/>
              </a:ext>
            </a:extLst>
          </p:cNvPr>
          <p:cNvSpPr/>
          <p:nvPr/>
        </p:nvSpPr>
        <p:spPr>
          <a:xfrm>
            <a:off x="592428" y="528034"/>
            <a:ext cx="5808372" cy="88349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B95A206-A6A8-1736-9C3D-27787877E1DB}"/>
              </a:ext>
            </a:extLst>
          </p:cNvPr>
          <p:cNvSpPr/>
          <p:nvPr/>
        </p:nvSpPr>
        <p:spPr>
          <a:xfrm>
            <a:off x="4427621" y="1144580"/>
            <a:ext cx="1648326" cy="77828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성빈</a:t>
            </a:r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r>
              <a:rPr lang="ko-KR" altLang="en-US" dirty="0"/>
              <a:t>준성</a:t>
            </a:r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CAA85C9-5051-EA65-4D65-AEFB2AFDB21A}"/>
              </a:ext>
            </a:extLst>
          </p:cNvPr>
          <p:cNvSpPr/>
          <p:nvPr/>
        </p:nvSpPr>
        <p:spPr>
          <a:xfrm>
            <a:off x="830179" y="925753"/>
            <a:ext cx="3356810" cy="80016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913B521-0EBB-478F-2A57-1C90D0535535}"/>
              </a:ext>
            </a:extLst>
          </p:cNvPr>
          <p:cNvSpPr/>
          <p:nvPr/>
        </p:nvSpPr>
        <p:spPr>
          <a:xfrm>
            <a:off x="4558464" y="1252869"/>
            <a:ext cx="1386640" cy="35778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참여자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AE0EA7F-3143-BB1A-EE25-2366C1DC6116}"/>
              </a:ext>
            </a:extLst>
          </p:cNvPr>
          <p:cNvSpPr/>
          <p:nvPr/>
        </p:nvSpPr>
        <p:spPr>
          <a:xfrm>
            <a:off x="1103897" y="8252701"/>
            <a:ext cx="2809374" cy="49490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" name="그래픽 8" descr="왕관 단색으로 채워진">
            <a:extLst>
              <a:ext uri="{FF2B5EF4-FFF2-40B4-BE49-F238E27FC236}">
                <a16:creationId xmlns:a16="http://schemas.microsoft.com/office/drawing/2014/main" id="{0E468CCA-3546-9AE3-46CA-998726C8E1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9101" y="2162726"/>
            <a:ext cx="396004" cy="396004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20DDD47-444D-57EF-E6F3-24BA5D5306D3}"/>
              </a:ext>
            </a:extLst>
          </p:cNvPr>
          <p:cNvSpPr/>
          <p:nvPr/>
        </p:nvSpPr>
        <p:spPr>
          <a:xfrm>
            <a:off x="4513345" y="1718943"/>
            <a:ext cx="1476877" cy="39407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 / 10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5987C3B-8987-515E-F5F4-A57F04CF946F}"/>
              </a:ext>
            </a:extLst>
          </p:cNvPr>
          <p:cNvSpPr/>
          <p:nvPr/>
        </p:nvSpPr>
        <p:spPr>
          <a:xfrm>
            <a:off x="1103897" y="1221531"/>
            <a:ext cx="2891940" cy="3271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성빈방</a:t>
            </a:r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219C2F1-EB56-EDA1-172F-95B96CCE69C5}"/>
              </a:ext>
            </a:extLst>
          </p:cNvPr>
          <p:cNvSpPr/>
          <p:nvPr/>
        </p:nvSpPr>
        <p:spPr>
          <a:xfrm>
            <a:off x="4581023" y="8169316"/>
            <a:ext cx="577516" cy="6037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+</a:t>
            </a:r>
            <a:endParaRPr lang="ko-KR" altLang="en-US" sz="36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23B7F08-4D6D-4DCD-AAFC-B7869A94736D}"/>
              </a:ext>
            </a:extLst>
          </p:cNvPr>
          <p:cNvSpPr/>
          <p:nvPr/>
        </p:nvSpPr>
        <p:spPr>
          <a:xfrm>
            <a:off x="5311941" y="8187057"/>
            <a:ext cx="577516" cy="6037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000" dirty="0"/>
              <a:t>-</a:t>
            </a:r>
            <a:endParaRPr lang="ko-KR" altLang="en-US" sz="4000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28DCDE7-CF0A-7654-E8E2-053807CDC78C}"/>
              </a:ext>
            </a:extLst>
          </p:cNvPr>
          <p:cNvSpPr/>
          <p:nvPr/>
        </p:nvSpPr>
        <p:spPr>
          <a:xfrm>
            <a:off x="1020834" y="3159591"/>
            <a:ext cx="4868623" cy="2524273"/>
          </a:xfrm>
          <a:prstGeom prst="roundRect">
            <a:avLst/>
          </a:prstGeom>
          <a:solidFill>
            <a:schemeClr val="lt1">
              <a:alpha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5046E6A-8825-6DE3-98EF-E64D85400B7E}"/>
              </a:ext>
            </a:extLst>
          </p:cNvPr>
          <p:cNvSpPr/>
          <p:nvPr/>
        </p:nvSpPr>
        <p:spPr>
          <a:xfrm>
            <a:off x="1265026" y="3582809"/>
            <a:ext cx="4284075" cy="596682"/>
          </a:xfrm>
          <a:prstGeom prst="roundRect">
            <a:avLst/>
          </a:prstGeom>
          <a:solidFill>
            <a:schemeClr val="lt1">
              <a:alpha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준성</a:t>
            </a:r>
            <a:endParaRPr lang="en-US" altLang="ko-KR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endParaRPr lang="en-US" altLang="ko-KR" dirty="0"/>
          </a:p>
        </p:txBody>
      </p:sp>
      <p:sp>
        <p:nvSpPr>
          <p:cNvPr id="23" name="화살표: 아래쪽 22">
            <a:extLst>
              <a:ext uri="{FF2B5EF4-FFF2-40B4-BE49-F238E27FC236}">
                <a16:creationId xmlns:a16="http://schemas.microsoft.com/office/drawing/2014/main" id="{6485BAC2-8D18-3625-D4E6-8B115347B2C7}"/>
              </a:ext>
            </a:extLst>
          </p:cNvPr>
          <p:cNvSpPr/>
          <p:nvPr/>
        </p:nvSpPr>
        <p:spPr>
          <a:xfrm rot="5400000">
            <a:off x="3734247" y="8603764"/>
            <a:ext cx="120433" cy="160110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85DF8AE-46FE-DB61-C760-C5920C21508C}"/>
              </a:ext>
            </a:extLst>
          </p:cNvPr>
          <p:cNvGrpSpPr/>
          <p:nvPr/>
        </p:nvGrpSpPr>
        <p:grpSpPr>
          <a:xfrm rot="10800000">
            <a:off x="5072862" y="3770129"/>
            <a:ext cx="306099" cy="281106"/>
            <a:chOff x="-4415589" y="3334690"/>
            <a:chExt cx="733926" cy="49135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970DD68-BA0F-C770-8AF3-62A603A5A519}"/>
                </a:ext>
              </a:extLst>
            </p:cNvPr>
            <p:cNvSpPr/>
            <p:nvPr/>
          </p:nvSpPr>
          <p:spPr>
            <a:xfrm>
              <a:off x="-4415589" y="3334690"/>
              <a:ext cx="733926" cy="49135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화살표: 아래쪽 6">
              <a:extLst>
                <a:ext uri="{FF2B5EF4-FFF2-40B4-BE49-F238E27FC236}">
                  <a16:creationId xmlns:a16="http://schemas.microsoft.com/office/drawing/2014/main" id="{F04C04DE-4765-DE3F-961D-D5F27E435A32}"/>
                </a:ext>
              </a:extLst>
            </p:cNvPr>
            <p:cNvSpPr/>
            <p:nvPr/>
          </p:nvSpPr>
          <p:spPr>
            <a:xfrm rot="10800000">
              <a:off x="-4193006" y="3448994"/>
              <a:ext cx="288759" cy="279859"/>
            </a:xfrm>
            <a:prstGeom prst="downArrow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35C6A7B-2C8E-B030-4149-A0AFDDB208B6}"/>
              </a:ext>
            </a:extLst>
          </p:cNvPr>
          <p:cNvSpPr/>
          <p:nvPr/>
        </p:nvSpPr>
        <p:spPr>
          <a:xfrm>
            <a:off x="2795675" y="4743193"/>
            <a:ext cx="1266650" cy="650165"/>
          </a:xfrm>
          <a:prstGeom prst="roundRect">
            <a:avLst/>
          </a:prstGeom>
          <a:solidFill>
            <a:schemeClr val="lt1">
              <a:alpha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hlinkClick r:id="rId4" action="ppaction://hlinksldjump"/>
              </a:rPr>
              <a:t>강퇴</a:t>
            </a:r>
            <a:endParaRPr lang="ko-KR" altLang="en-US" dirty="0"/>
          </a:p>
        </p:txBody>
      </p:sp>
      <p:pic>
        <p:nvPicPr>
          <p:cNvPr id="25" name="그래픽 24" descr="자물쇠 단색으로 채워진">
            <a:extLst>
              <a:ext uri="{FF2B5EF4-FFF2-40B4-BE49-F238E27FC236}">
                <a16:creationId xmlns:a16="http://schemas.microsoft.com/office/drawing/2014/main" id="{0762C34F-85FC-C16F-2BC2-A2DACCF5AD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56774" y="1205943"/>
            <a:ext cx="378800" cy="3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545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0890C-1AA9-49EE-4427-2327C369C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5AFC81A-3EAB-EECE-C113-63CDEF8F2CBA}"/>
              </a:ext>
            </a:extLst>
          </p:cNvPr>
          <p:cNvSpPr/>
          <p:nvPr/>
        </p:nvSpPr>
        <p:spPr>
          <a:xfrm>
            <a:off x="592428" y="528034"/>
            <a:ext cx="5808372" cy="88349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BF63254-DCBF-6371-16F2-994181CD8B8F}"/>
              </a:ext>
            </a:extLst>
          </p:cNvPr>
          <p:cNvSpPr/>
          <p:nvPr/>
        </p:nvSpPr>
        <p:spPr>
          <a:xfrm>
            <a:off x="4427621" y="1144580"/>
            <a:ext cx="1648326" cy="77828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성빈</a:t>
            </a:r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3ED223E-F170-3787-36A1-81F3A3583C86}"/>
              </a:ext>
            </a:extLst>
          </p:cNvPr>
          <p:cNvSpPr/>
          <p:nvPr/>
        </p:nvSpPr>
        <p:spPr>
          <a:xfrm>
            <a:off x="830179" y="925753"/>
            <a:ext cx="3356810" cy="80016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준성님이</a:t>
            </a:r>
            <a:r>
              <a:rPr lang="ko-KR" altLang="en-US" dirty="0"/>
              <a:t> 입장했습니다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 err="1"/>
              <a:t>준성님이</a:t>
            </a:r>
            <a:r>
              <a:rPr lang="ko-KR" altLang="en-US" dirty="0"/>
              <a:t> </a:t>
            </a:r>
            <a:r>
              <a:rPr lang="ko-KR" altLang="en-US" dirty="0" err="1"/>
              <a:t>강퇴당했습니다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62F6473-10D8-C933-14DE-5A7945434207}"/>
              </a:ext>
            </a:extLst>
          </p:cNvPr>
          <p:cNvSpPr/>
          <p:nvPr/>
        </p:nvSpPr>
        <p:spPr>
          <a:xfrm>
            <a:off x="4558464" y="1252869"/>
            <a:ext cx="1386640" cy="35778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참여자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25BD382-B295-ED82-D8E5-0E483CD658A3}"/>
              </a:ext>
            </a:extLst>
          </p:cNvPr>
          <p:cNvSpPr/>
          <p:nvPr/>
        </p:nvSpPr>
        <p:spPr>
          <a:xfrm>
            <a:off x="1103897" y="8252701"/>
            <a:ext cx="2809374" cy="49490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6248A49-EFBD-C6D0-FBCA-800856E4A4BA}"/>
              </a:ext>
            </a:extLst>
          </p:cNvPr>
          <p:cNvGrpSpPr/>
          <p:nvPr/>
        </p:nvGrpSpPr>
        <p:grpSpPr>
          <a:xfrm rot="16200000">
            <a:off x="3484118" y="8390866"/>
            <a:ext cx="306099" cy="281106"/>
            <a:chOff x="-4415589" y="3334690"/>
            <a:chExt cx="733926" cy="49135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EAF0491-B560-A67C-95E4-A18F32411E2A}"/>
                </a:ext>
              </a:extLst>
            </p:cNvPr>
            <p:cNvSpPr/>
            <p:nvPr/>
          </p:nvSpPr>
          <p:spPr>
            <a:xfrm>
              <a:off x="-4415589" y="3334690"/>
              <a:ext cx="733926" cy="49135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화살표: 아래쪽 6">
              <a:extLst>
                <a:ext uri="{FF2B5EF4-FFF2-40B4-BE49-F238E27FC236}">
                  <a16:creationId xmlns:a16="http://schemas.microsoft.com/office/drawing/2014/main" id="{9A674552-6AC9-91E7-71DC-0BCB38CE707F}"/>
                </a:ext>
              </a:extLst>
            </p:cNvPr>
            <p:cNvSpPr/>
            <p:nvPr/>
          </p:nvSpPr>
          <p:spPr>
            <a:xfrm rot="10800000">
              <a:off x="-4193006" y="3448994"/>
              <a:ext cx="288759" cy="279859"/>
            </a:xfrm>
            <a:prstGeom prst="downArrow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" name="그래픽 8" descr="왕관 단색으로 채워진">
            <a:extLst>
              <a:ext uri="{FF2B5EF4-FFF2-40B4-BE49-F238E27FC236}">
                <a16:creationId xmlns:a16="http://schemas.microsoft.com/office/drawing/2014/main" id="{E6329A55-66EC-42C0-6E52-89FF0F2700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9101" y="2162726"/>
            <a:ext cx="396004" cy="396004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0FD2F3B-1606-ABBE-A9D8-CC0576A07EAB}"/>
              </a:ext>
            </a:extLst>
          </p:cNvPr>
          <p:cNvSpPr/>
          <p:nvPr/>
        </p:nvSpPr>
        <p:spPr>
          <a:xfrm>
            <a:off x="4513345" y="1718943"/>
            <a:ext cx="1476877" cy="39407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 / 10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53E0368-FBF4-2C47-14AA-C9153148F936}"/>
              </a:ext>
            </a:extLst>
          </p:cNvPr>
          <p:cNvSpPr/>
          <p:nvPr/>
        </p:nvSpPr>
        <p:spPr>
          <a:xfrm>
            <a:off x="1103897" y="1221531"/>
            <a:ext cx="2891940" cy="3271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성빈방</a:t>
            </a:r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84BE9CD-789F-1B75-41B0-2777AAE5148A}"/>
              </a:ext>
            </a:extLst>
          </p:cNvPr>
          <p:cNvSpPr/>
          <p:nvPr/>
        </p:nvSpPr>
        <p:spPr>
          <a:xfrm>
            <a:off x="4581023" y="8169316"/>
            <a:ext cx="577516" cy="6037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+</a:t>
            </a:r>
            <a:endParaRPr lang="ko-KR" altLang="en-US" sz="36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89E6104-518C-BF3D-A892-B0C8E97C0491}"/>
              </a:ext>
            </a:extLst>
          </p:cNvPr>
          <p:cNvSpPr/>
          <p:nvPr/>
        </p:nvSpPr>
        <p:spPr>
          <a:xfrm>
            <a:off x="5311941" y="8187057"/>
            <a:ext cx="577516" cy="6037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000" dirty="0"/>
              <a:t>-</a:t>
            </a:r>
            <a:endParaRPr lang="ko-KR" altLang="en-US" sz="4000" dirty="0"/>
          </a:p>
        </p:txBody>
      </p:sp>
      <p:pic>
        <p:nvPicPr>
          <p:cNvPr id="8" name="그래픽 7" descr="자물쇠 단색으로 채워진">
            <a:extLst>
              <a:ext uri="{FF2B5EF4-FFF2-40B4-BE49-F238E27FC236}">
                <a16:creationId xmlns:a16="http://schemas.microsoft.com/office/drawing/2014/main" id="{500AA7D8-5FD2-10EE-68D3-A44FEEE723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56774" y="1205943"/>
            <a:ext cx="378800" cy="378800"/>
          </a:xfrm>
          <a:prstGeom prst="rect">
            <a:avLst/>
          </a:prstGeom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DD2C25B-EAA4-BDD2-DFF1-9522347C64AC}"/>
              </a:ext>
            </a:extLst>
          </p:cNvPr>
          <p:cNvSpPr/>
          <p:nvPr/>
        </p:nvSpPr>
        <p:spPr>
          <a:xfrm>
            <a:off x="5378961" y="782053"/>
            <a:ext cx="656316" cy="31282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  <a:hlinkClick r:id="" action="ppaction://hlinkshowjump?jump=nextslide"/>
              </a:rPr>
              <a:t>X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8858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39DA5-4F52-58EC-89DA-A718F6B86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FA99F2B-0AF3-378A-9F9F-430E8E324C85}"/>
              </a:ext>
            </a:extLst>
          </p:cNvPr>
          <p:cNvSpPr/>
          <p:nvPr/>
        </p:nvSpPr>
        <p:spPr>
          <a:xfrm>
            <a:off x="592428" y="528034"/>
            <a:ext cx="5808372" cy="88349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11B894F-5201-9FD0-C43F-FEAE240DC2D7}"/>
              </a:ext>
            </a:extLst>
          </p:cNvPr>
          <p:cNvSpPr/>
          <p:nvPr/>
        </p:nvSpPr>
        <p:spPr>
          <a:xfrm>
            <a:off x="4427621" y="1144580"/>
            <a:ext cx="1648326" cy="77828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성빈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AD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재산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500%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늘려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드립니다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연체자 환영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1A78963-7B93-DADC-6534-1395975891D5}"/>
              </a:ext>
            </a:extLst>
          </p:cNvPr>
          <p:cNvSpPr/>
          <p:nvPr/>
        </p:nvSpPr>
        <p:spPr>
          <a:xfrm>
            <a:off x="830179" y="925754"/>
            <a:ext cx="3356810" cy="567890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24ECA80-AC3A-B865-7FF5-FFE8C177AD8A}"/>
              </a:ext>
            </a:extLst>
          </p:cNvPr>
          <p:cNvSpPr/>
          <p:nvPr/>
        </p:nvSpPr>
        <p:spPr>
          <a:xfrm>
            <a:off x="848226" y="6943068"/>
            <a:ext cx="3356810" cy="20814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 err="1"/>
              <a:t>성빈님이</a:t>
            </a:r>
            <a:r>
              <a:rPr lang="ko-KR" altLang="en-US" dirty="0"/>
              <a:t> 대기실에 입장했습니다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73E76D52-56A5-C301-8BF9-3B63D59C4FDE}"/>
              </a:ext>
            </a:extLst>
          </p:cNvPr>
          <p:cNvSpPr/>
          <p:nvPr/>
        </p:nvSpPr>
        <p:spPr>
          <a:xfrm>
            <a:off x="4558464" y="1252869"/>
            <a:ext cx="1386640" cy="35778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대기자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CF380B0-4710-00F3-CDBD-79CFEF5BC047}"/>
              </a:ext>
            </a:extLst>
          </p:cNvPr>
          <p:cNvSpPr/>
          <p:nvPr/>
        </p:nvSpPr>
        <p:spPr>
          <a:xfrm>
            <a:off x="1046747" y="1323473"/>
            <a:ext cx="2911642" cy="55345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방 목록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0EB25CA-F666-4519-A8F5-5397AF31EF29}"/>
              </a:ext>
            </a:extLst>
          </p:cNvPr>
          <p:cNvSpPr/>
          <p:nvPr/>
        </p:nvSpPr>
        <p:spPr>
          <a:xfrm>
            <a:off x="1046747" y="8698832"/>
            <a:ext cx="2809374" cy="228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CC2AFDCE-5D52-3E16-8CBF-9E9A6D976F60}"/>
              </a:ext>
            </a:extLst>
          </p:cNvPr>
          <p:cNvGrpSpPr/>
          <p:nvPr/>
        </p:nvGrpSpPr>
        <p:grpSpPr>
          <a:xfrm rot="16200000">
            <a:off x="3474472" y="8667268"/>
            <a:ext cx="306099" cy="281106"/>
            <a:chOff x="-4415589" y="3334690"/>
            <a:chExt cx="733926" cy="491351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4BB747B8-4D79-84A1-FCEA-0FB815180844}"/>
                </a:ext>
              </a:extLst>
            </p:cNvPr>
            <p:cNvSpPr/>
            <p:nvPr/>
          </p:nvSpPr>
          <p:spPr>
            <a:xfrm>
              <a:off x="-4415589" y="3334690"/>
              <a:ext cx="733926" cy="49135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화살표: 아래쪽 25">
              <a:extLst>
                <a:ext uri="{FF2B5EF4-FFF2-40B4-BE49-F238E27FC236}">
                  <a16:creationId xmlns:a16="http://schemas.microsoft.com/office/drawing/2014/main" id="{1E54EB0A-39DB-D2A6-A2CB-A4E7116834E6}"/>
                </a:ext>
              </a:extLst>
            </p:cNvPr>
            <p:cNvSpPr/>
            <p:nvPr/>
          </p:nvSpPr>
          <p:spPr>
            <a:xfrm rot="10800000">
              <a:off x="-4193006" y="3448994"/>
              <a:ext cx="288759" cy="279859"/>
            </a:xfrm>
            <a:prstGeom prst="downArrow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B3E40C0-D9FD-7734-A89E-8A3A5FDEF7B9}"/>
              </a:ext>
            </a:extLst>
          </p:cNvPr>
          <p:cNvSpPr/>
          <p:nvPr/>
        </p:nvSpPr>
        <p:spPr>
          <a:xfrm>
            <a:off x="3374858" y="1419725"/>
            <a:ext cx="505326" cy="360947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+</a:t>
            </a:r>
            <a:endParaRPr lang="ko-KR" altLang="en-US" sz="2800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6FCA0D7-4079-004E-3F9B-A1FC303AE29D}"/>
              </a:ext>
            </a:extLst>
          </p:cNvPr>
          <p:cNvSpPr/>
          <p:nvPr/>
        </p:nvSpPr>
        <p:spPr>
          <a:xfrm>
            <a:off x="1070810" y="2126536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종두방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(1/15)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2BB7991-B882-7944-97E9-BDBE61AD17D4}"/>
              </a:ext>
            </a:extLst>
          </p:cNvPr>
          <p:cNvSpPr/>
          <p:nvPr/>
        </p:nvSpPr>
        <p:spPr>
          <a:xfrm>
            <a:off x="1070809" y="3614552"/>
            <a:ext cx="2887579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준성방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(1/10)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E054ED0-74A5-14A6-7A27-40368F8ECA65}"/>
              </a:ext>
            </a:extLst>
          </p:cNvPr>
          <p:cNvSpPr/>
          <p:nvPr/>
        </p:nvSpPr>
        <p:spPr>
          <a:xfrm>
            <a:off x="1070810" y="4365598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승혁방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(1/7)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5C63DD5-D0CC-A7CC-A51B-2ED235F69E27}"/>
              </a:ext>
            </a:extLst>
          </p:cNvPr>
          <p:cNvSpPr/>
          <p:nvPr/>
        </p:nvSpPr>
        <p:spPr>
          <a:xfrm>
            <a:off x="1046747" y="5084609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동건방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(1/5)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1F0F473-8E36-3B30-E4CE-FEDEDFAE72A9}"/>
              </a:ext>
            </a:extLst>
          </p:cNvPr>
          <p:cNvGrpSpPr/>
          <p:nvPr/>
        </p:nvGrpSpPr>
        <p:grpSpPr>
          <a:xfrm>
            <a:off x="1039911" y="2870544"/>
            <a:ext cx="2911642" cy="553453"/>
            <a:chOff x="1039911" y="2870544"/>
            <a:chExt cx="2911642" cy="553453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B7A60DF5-D2AD-114C-AD7E-74BA60CCC6B0}"/>
                </a:ext>
              </a:extLst>
            </p:cNvPr>
            <p:cNvSpPr/>
            <p:nvPr/>
          </p:nvSpPr>
          <p:spPr>
            <a:xfrm>
              <a:off x="1039911" y="2870544"/>
              <a:ext cx="2911642" cy="553453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두혁방</a:t>
              </a:r>
              <a:r>
                <a: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(1/3)</a:t>
              </a: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3" name="그래픽 22" descr="자물쇠 단색으로 채워진">
              <a:extLst>
                <a:ext uri="{FF2B5EF4-FFF2-40B4-BE49-F238E27FC236}">
                  <a16:creationId xmlns:a16="http://schemas.microsoft.com/office/drawing/2014/main" id="{D1466B08-5574-23E9-77B4-BFE6223C99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74858" y="2892319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48043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A29F9-CF03-81A1-7CB2-DC8838DD5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1598C09-77FD-A0BD-941F-10D8A968C4E8}"/>
              </a:ext>
            </a:extLst>
          </p:cNvPr>
          <p:cNvSpPr/>
          <p:nvPr/>
        </p:nvSpPr>
        <p:spPr>
          <a:xfrm>
            <a:off x="592428" y="528034"/>
            <a:ext cx="5808372" cy="88349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22A5230-8E63-984D-1E3E-FD39009B6615}"/>
              </a:ext>
            </a:extLst>
          </p:cNvPr>
          <p:cNvSpPr/>
          <p:nvPr/>
        </p:nvSpPr>
        <p:spPr>
          <a:xfrm>
            <a:off x="4427621" y="1144580"/>
            <a:ext cx="1648326" cy="77828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성빈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AD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재산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500%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늘려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드립니다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연체자 환영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8DF1D0E-6EE7-D6ED-CE13-80F7F6ADD3AA}"/>
              </a:ext>
            </a:extLst>
          </p:cNvPr>
          <p:cNvSpPr/>
          <p:nvPr/>
        </p:nvSpPr>
        <p:spPr>
          <a:xfrm>
            <a:off x="830179" y="925754"/>
            <a:ext cx="3356810" cy="567890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42BFC1C-531E-75E1-66C5-8DFF1E0239C3}"/>
              </a:ext>
            </a:extLst>
          </p:cNvPr>
          <p:cNvSpPr/>
          <p:nvPr/>
        </p:nvSpPr>
        <p:spPr>
          <a:xfrm>
            <a:off x="848226" y="6943068"/>
            <a:ext cx="3356810" cy="20814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 err="1"/>
              <a:t>성빈님이</a:t>
            </a:r>
            <a:r>
              <a:rPr lang="ko-KR" altLang="en-US" dirty="0"/>
              <a:t> 대기실에 입장했습니다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4D9202FB-C1B0-FE82-EC34-A2C57CDCE70A}"/>
              </a:ext>
            </a:extLst>
          </p:cNvPr>
          <p:cNvSpPr/>
          <p:nvPr/>
        </p:nvSpPr>
        <p:spPr>
          <a:xfrm>
            <a:off x="4558464" y="1252869"/>
            <a:ext cx="1386640" cy="35778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대기자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34306DB-9BF1-AE57-479D-BFABC0D468A9}"/>
              </a:ext>
            </a:extLst>
          </p:cNvPr>
          <p:cNvSpPr/>
          <p:nvPr/>
        </p:nvSpPr>
        <p:spPr>
          <a:xfrm>
            <a:off x="1046747" y="1323473"/>
            <a:ext cx="2911642" cy="55345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방 목록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0E3E446-CE73-5D43-FDAE-8EE8B0952877}"/>
              </a:ext>
            </a:extLst>
          </p:cNvPr>
          <p:cNvSpPr/>
          <p:nvPr/>
        </p:nvSpPr>
        <p:spPr>
          <a:xfrm>
            <a:off x="1070810" y="2126536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3883F5D-366B-EC03-0D01-59F2B44DF098}"/>
              </a:ext>
            </a:extLst>
          </p:cNvPr>
          <p:cNvSpPr/>
          <p:nvPr/>
        </p:nvSpPr>
        <p:spPr>
          <a:xfrm>
            <a:off x="1070810" y="2895541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9134D84-AC65-3E2F-BDDB-B862629B8FA6}"/>
              </a:ext>
            </a:extLst>
          </p:cNvPr>
          <p:cNvSpPr/>
          <p:nvPr/>
        </p:nvSpPr>
        <p:spPr>
          <a:xfrm>
            <a:off x="1070809" y="3614552"/>
            <a:ext cx="2887579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372B81B-402B-4A57-CF52-DE3420274D46}"/>
              </a:ext>
            </a:extLst>
          </p:cNvPr>
          <p:cNvSpPr/>
          <p:nvPr/>
        </p:nvSpPr>
        <p:spPr>
          <a:xfrm>
            <a:off x="1070810" y="4365598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29BED8B-2185-FE56-CFAC-3357D7908DE5}"/>
              </a:ext>
            </a:extLst>
          </p:cNvPr>
          <p:cNvSpPr/>
          <p:nvPr/>
        </p:nvSpPr>
        <p:spPr>
          <a:xfrm>
            <a:off x="1046747" y="5084609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pic>
        <p:nvPicPr>
          <p:cNvPr id="23" name="그래픽 22" descr="자물쇠 단색으로 채워진">
            <a:extLst>
              <a:ext uri="{FF2B5EF4-FFF2-40B4-BE49-F238E27FC236}">
                <a16:creationId xmlns:a16="http://schemas.microsoft.com/office/drawing/2014/main" id="{26325E8C-90B7-9422-F3B1-C6EBBBC468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8921" y="2932398"/>
            <a:ext cx="457200" cy="457200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EAFE2EF-3C48-833B-E490-11194B1DC0EF}"/>
              </a:ext>
            </a:extLst>
          </p:cNvPr>
          <p:cNvSpPr/>
          <p:nvPr/>
        </p:nvSpPr>
        <p:spPr>
          <a:xfrm>
            <a:off x="1046747" y="8698832"/>
            <a:ext cx="2809374" cy="228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D8A6A2C8-80E7-EF41-A5F1-1835E9468378}"/>
              </a:ext>
            </a:extLst>
          </p:cNvPr>
          <p:cNvGrpSpPr/>
          <p:nvPr/>
        </p:nvGrpSpPr>
        <p:grpSpPr>
          <a:xfrm rot="16200000">
            <a:off x="3474472" y="8667268"/>
            <a:ext cx="306099" cy="281106"/>
            <a:chOff x="-4415589" y="3334690"/>
            <a:chExt cx="733926" cy="491351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06871985-B0FF-020D-4315-31F8FD2C9838}"/>
                </a:ext>
              </a:extLst>
            </p:cNvPr>
            <p:cNvSpPr/>
            <p:nvPr/>
          </p:nvSpPr>
          <p:spPr>
            <a:xfrm>
              <a:off x="-4415589" y="3334690"/>
              <a:ext cx="733926" cy="49135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화살표: 아래쪽 25">
              <a:extLst>
                <a:ext uri="{FF2B5EF4-FFF2-40B4-BE49-F238E27FC236}">
                  <a16:creationId xmlns:a16="http://schemas.microsoft.com/office/drawing/2014/main" id="{2739BED3-C5D1-973E-464E-42F434F9301F}"/>
                </a:ext>
              </a:extLst>
            </p:cNvPr>
            <p:cNvSpPr/>
            <p:nvPr/>
          </p:nvSpPr>
          <p:spPr>
            <a:xfrm rot="10800000">
              <a:off x="-4193006" y="3448994"/>
              <a:ext cx="288759" cy="279859"/>
            </a:xfrm>
            <a:prstGeom prst="downArrow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9700F5A-FB6E-5F7F-3FEF-71E805D6B098}"/>
              </a:ext>
            </a:extLst>
          </p:cNvPr>
          <p:cNvSpPr/>
          <p:nvPr/>
        </p:nvSpPr>
        <p:spPr>
          <a:xfrm>
            <a:off x="3374858" y="1419725"/>
            <a:ext cx="505326" cy="360947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+</a:t>
            </a:r>
            <a:endParaRPr lang="ko-KR" altLang="en-US" sz="28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0AD77EE-2E5C-5DEB-ECFD-540BBB1DE158}"/>
              </a:ext>
            </a:extLst>
          </p:cNvPr>
          <p:cNvSpPr/>
          <p:nvPr/>
        </p:nvSpPr>
        <p:spPr>
          <a:xfrm>
            <a:off x="1020834" y="3159591"/>
            <a:ext cx="4868623" cy="2524273"/>
          </a:xfrm>
          <a:prstGeom prst="roundRect">
            <a:avLst/>
          </a:prstGeom>
          <a:solidFill>
            <a:schemeClr val="lt1">
              <a:alpha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2E2A2B3-5ECE-7ACE-7D44-1F994B95DBC9}"/>
              </a:ext>
            </a:extLst>
          </p:cNvPr>
          <p:cNvSpPr/>
          <p:nvPr/>
        </p:nvSpPr>
        <p:spPr>
          <a:xfrm>
            <a:off x="1265026" y="3582809"/>
            <a:ext cx="4284075" cy="596682"/>
          </a:xfrm>
          <a:prstGeom prst="roundRect">
            <a:avLst/>
          </a:prstGeom>
          <a:solidFill>
            <a:schemeClr val="lt1">
              <a:alpha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준성방으로 초대되었습니다</a:t>
            </a:r>
            <a:r>
              <a:rPr lang="en-US" altLang="ko-KR" dirty="0"/>
              <a:t>. (</a:t>
            </a:r>
            <a:r>
              <a:rPr lang="ko-KR" altLang="en-US" dirty="0"/>
              <a:t>준성</a:t>
            </a:r>
            <a:r>
              <a:rPr lang="en-US" altLang="ko-KR" dirty="0"/>
              <a:t>)</a:t>
            </a:r>
            <a:endParaRPr lang="en-US" altLang="ko-KR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endParaRPr lang="en-US" altLang="ko-KR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D4CCDCC-D888-1B50-7989-E29708658142}"/>
              </a:ext>
            </a:extLst>
          </p:cNvPr>
          <p:cNvSpPr/>
          <p:nvPr/>
        </p:nvSpPr>
        <p:spPr>
          <a:xfrm>
            <a:off x="2485074" y="4635910"/>
            <a:ext cx="810600" cy="555831"/>
          </a:xfrm>
          <a:prstGeom prst="roundRect">
            <a:avLst/>
          </a:prstGeom>
          <a:solidFill>
            <a:schemeClr val="lt1">
              <a:alpha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hlinkClick r:id="" action="ppaction://hlinkshowjump?jump=nextslide"/>
              </a:rPr>
              <a:t>수락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26FB0CE-FDAF-A84C-7F6E-E4C3028A46ED}"/>
              </a:ext>
            </a:extLst>
          </p:cNvPr>
          <p:cNvSpPr/>
          <p:nvPr/>
        </p:nvSpPr>
        <p:spPr>
          <a:xfrm>
            <a:off x="3697468" y="4636709"/>
            <a:ext cx="810600" cy="555831"/>
          </a:xfrm>
          <a:prstGeom prst="roundRect">
            <a:avLst/>
          </a:prstGeom>
          <a:solidFill>
            <a:schemeClr val="lt1">
              <a:alpha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hlinkClick r:id="rId4" action="ppaction://hlinksldjump"/>
              </a:rPr>
              <a:t>거절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401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64136-E10F-7A98-59FB-AA1DBCFAC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1AB314C-3749-4B54-059D-D5530D43D599}"/>
              </a:ext>
            </a:extLst>
          </p:cNvPr>
          <p:cNvSpPr/>
          <p:nvPr/>
        </p:nvSpPr>
        <p:spPr>
          <a:xfrm>
            <a:off x="592428" y="528034"/>
            <a:ext cx="5808372" cy="88349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B193EF8-FD8C-6C78-C047-8D080DC759D9}"/>
              </a:ext>
            </a:extLst>
          </p:cNvPr>
          <p:cNvSpPr/>
          <p:nvPr/>
        </p:nvSpPr>
        <p:spPr>
          <a:xfrm>
            <a:off x="4427621" y="1144580"/>
            <a:ext cx="1648326" cy="77828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준성</a:t>
            </a:r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r>
              <a:rPr lang="ko-KR" altLang="en-US" dirty="0"/>
              <a:t>성빈</a:t>
            </a:r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r>
              <a:rPr lang="ko-KR" altLang="en-US" dirty="0"/>
              <a:t>승혁</a:t>
            </a:r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r>
              <a:rPr lang="ko-KR" altLang="en-US" dirty="0" err="1"/>
              <a:t>두혁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9558C72-371B-21CE-CF60-E5B228232B1F}"/>
              </a:ext>
            </a:extLst>
          </p:cNvPr>
          <p:cNvSpPr/>
          <p:nvPr/>
        </p:nvSpPr>
        <p:spPr>
          <a:xfrm>
            <a:off x="830179" y="925753"/>
            <a:ext cx="3356810" cy="80016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성빈님이</a:t>
            </a:r>
            <a:r>
              <a:rPr lang="ko-KR" altLang="en-US" dirty="0"/>
              <a:t> 입장했습니다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 err="1"/>
              <a:t>승혁님이</a:t>
            </a:r>
            <a:r>
              <a:rPr lang="ko-KR" altLang="en-US" dirty="0"/>
              <a:t> 입장했습니다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 err="1"/>
              <a:t>두혁님이</a:t>
            </a:r>
            <a:r>
              <a:rPr lang="ko-KR" altLang="en-US" dirty="0"/>
              <a:t> 입장했습니다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4D47F34E-6A6F-B9B2-CC18-9E2ECA13EE50}"/>
              </a:ext>
            </a:extLst>
          </p:cNvPr>
          <p:cNvSpPr/>
          <p:nvPr/>
        </p:nvSpPr>
        <p:spPr>
          <a:xfrm>
            <a:off x="4558464" y="1252869"/>
            <a:ext cx="1386640" cy="35778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참여자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8EC8DCF-7CBE-8AE0-26FC-1D41651B6333}"/>
              </a:ext>
            </a:extLst>
          </p:cNvPr>
          <p:cNvSpPr/>
          <p:nvPr/>
        </p:nvSpPr>
        <p:spPr>
          <a:xfrm>
            <a:off x="1103897" y="8252701"/>
            <a:ext cx="2809374" cy="49490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06122E7-3340-2A16-CE08-8C7EE744E1BD}"/>
              </a:ext>
            </a:extLst>
          </p:cNvPr>
          <p:cNvGrpSpPr/>
          <p:nvPr/>
        </p:nvGrpSpPr>
        <p:grpSpPr>
          <a:xfrm rot="16200000">
            <a:off x="3484118" y="8390866"/>
            <a:ext cx="306099" cy="281106"/>
            <a:chOff x="-4415589" y="3334690"/>
            <a:chExt cx="733926" cy="49135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0D4D8F8-2E18-E913-9700-2460549378BB}"/>
                </a:ext>
              </a:extLst>
            </p:cNvPr>
            <p:cNvSpPr/>
            <p:nvPr/>
          </p:nvSpPr>
          <p:spPr>
            <a:xfrm>
              <a:off x="-4415589" y="3334690"/>
              <a:ext cx="733926" cy="49135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화살표: 아래쪽 6">
              <a:extLst>
                <a:ext uri="{FF2B5EF4-FFF2-40B4-BE49-F238E27FC236}">
                  <a16:creationId xmlns:a16="http://schemas.microsoft.com/office/drawing/2014/main" id="{0572318C-35DF-3EBF-A2A4-954D0594AB27}"/>
                </a:ext>
              </a:extLst>
            </p:cNvPr>
            <p:cNvSpPr/>
            <p:nvPr/>
          </p:nvSpPr>
          <p:spPr>
            <a:xfrm rot="10800000">
              <a:off x="-4193006" y="3448994"/>
              <a:ext cx="288759" cy="279859"/>
            </a:xfrm>
            <a:prstGeom prst="downArrow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" name="그래픽 8" descr="왕관 단색으로 채워진">
            <a:extLst>
              <a:ext uri="{FF2B5EF4-FFF2-40B4-BE49-F238E27FC236}">
                <a16:creationId xmlns:a16="http://schemas.microsoft.com/office/drawing/2014/main" id="{F343937D-8F03-12D8-9665-72EE3C6D7F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9101" y="2162726"/>
            <a:ext cx="396004" cy="396004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D44CD4C-1DC1-D265-4351-CF2E7358BA5A}"/>
              </a:ext>
            </a:extLst>
          </p:cNvPr>
          <p:cNvSpPr/>
          <p:nvPr/>
        </p:nvSpPr>
        <p:spPr>
          <a:xfrm>
            <a:off x="4513345" y="1718943"/>
            <a:ext cx="1476877" cy="39407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 / 10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077E3DC-669E-F13B-5AE8-4342D4E960F1}"/>
              </a:ext>
            </a:extLst>
          </p:cNvPr>
          <p:cNvSpPr/>
          <p:nvPr/>
        </p:nvSpPr>
        <p:spPr>
          <a:xfrm>
            <a:off x="1103897" y="1221531"/>
            <a:ext cx="2891940" cy="3271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준성방</a:t>
            </a:r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F43ABC9-33C3-2BA9-AE99-96493B941463}"/>
              </a:ext>
            </a:extLst>
          </p:cNvPr>
          <p:cNvSpPr/>
          <p:nvPr/>
        </p:nvSpPr>
        <p:spPr>
          <a:xfrm>
            <a:off x="4581023" y="8169316"/>
            <a:ext cx="577516" cy="6037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+</a:t>
            </a:r>
            <a:endParaRPr lang="ko-KR" altLang="en-US" sz="36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5FA429A-F91A-FCD7-CD9C-E95667847AFA}"/>
              </a:ext>
            </a:extLst>
          </p:cNvPr>
          <p:cNvSpPr/>
          <p:nvPr/>
        </p:nvSpPr>
        <p:spPr>
          <a:xfrm>
            <a:off x="5311941" y="8187057"/>
            <a:ext cx="577516" cy="6037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000" dirty="0"/>
              <a:t>-</a:t>
            </a:r>
            <a:endParaRPr lang="ko-KR" altLang="en-US" sz="4000" dirty="0"/>
          </a:p>
        </p:txBody>
      </p:sp>
      <p:pic>
        <p:nvPicPr>
          <p:cNvPr id="8" name="그래픽 7" descr="자물쇠 단색으로 채워진">
            <a:extLst>
              <a:ext uri="{FF2B5EF4-FFF2-40B4-BE49-F238E27FC236}">
                <a16:creationId xmlns:a16="http://schemas.microsoft.com/office/drawing/2014/main" id="{6A2F932F-EE88-7A01-97E1-0468A55F9D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56774" y="1205943"/>
            <a:ext cx="378800" cy="3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483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7CE6D-59F9-AABA-668A-CCE2B0E84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524F8D5-D544-3097-4644-4A34D3761C62}"/>
              </a:ext>
            </a:extLst>
          </p:cNvPr>
          <p:cNvSpPr/>
          <p:nvPr/>
        </p:nvSpPr>
        <p:spPr>
          <a:xfrm>
            <a:off x="592428" y="528034"/>
            <a:ext cx="5808372" cy="88349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10C50F1-E657-E03E-E37B-4D5D050D0FA1}"/>
              </a:ext>
            </a:extLst>
          </p:cNvPr>
          <p:cNvSpPr/>
          <p:nvPr/>
        </p:nvSpPr>
        <p:spPr>
          <a:xfrm>
            <a:off x="4427621" y="1144580"/>
            <a:ext cx="1648326" cy="77828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성빈</a:t>
            </a:r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r>
              <a:rPr lang="ko-KR" altLang="en-US" dirty="0"/>
              <a:t>승혁</a:t>
            </a:r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r>
              <a:rPr lang="ko-KR" altLang="en-US" dirty="0" err="1"/>
              <a:t>두혁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A35F277-9410-1B2D-8BF3-571192CDCD7C}"/>
              </a:ext>
            </a:extLst>
          </p:cNvPr>
          <p:cNvSpPr/>
          <p:nvPr/>
        </p:nvSpPr>
        <p:spPr>
          <a:xfrm>
            <a:off x="830179" y="925753"/>
            <a:ext cx="3356810" cy="80016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성빈님이</a:t>
            </a:r>
            <a:r>
              <a:rPr lang="ko-KR" altLang="en-US" dirty="0"/>
              <a:t> 입장했습니다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 err="1"/>
              <a:t>승혁님이</a:t>
            </a:r>
            <a:r>
              <a:rPr lang="ko-KR" altLang="en-US" dirty="0"/>
              <a:t> 입장했습니다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 err="1"/>
              <a:t>두혁님이</a:t>
            </a:r>
            <a:r>
              <a:rPr lang="ko-KR" altLang="en-US" dirty="0"/>
              <a:t> 입장했습니다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 err="1"/>
              <a:t>준성님이</a:t>
            </a:r>
            <a:r>
              <a:rPr lang="ko-KR" altLang="en-US" dirty="0"/>
              <a:t> 퇴장했습니다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 err="1"/>
              <a:t>성빈님으로</a:t>
            </a:r>
            <a:r>
              <a:rPr lang="ko-KR" altLang="en-US" dirty="0"/>
              <a:t> 방장이 변경되었습니다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D28B914-A541-CEC9-FF86-4BD84E737D80}"/>
              </a:ext>
            </a:extLst>
          </p:cNvPr>
          <p:cNvSpPr/>
          <p:nvPr/>
        </p:nvSpPr>
        <p:spPr>
          <a:xfrm>
            <a:off x="4558464" y="1252869"/>
            <a:ext cx="1386640" cy="35778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참여자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D52B0E4-1682-0345-D956-B4A8B7ED426B}"/>
              </a:ext>
            </a:extLst>
          </p:cNvPr>
          <p:cNvSpPr/>
          <p:nvPr/>
        </p:nvSpPr>
        <p:spPr>
          <a:xfrm>
            <a:off x="1103897" y="8252701"/>
            <a:ext cx="2809374" cy="49490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17B4A61-A1AA-E453-2747-D0DC042A1DF9}"/>
              </a:ext>
            </a:extLst>
          </p:cNvPr>
          <p:cNvGrpSpPr/>
          <p:nvPr/>
        </p:nvGrpSpPr>
        <p:grpSpPr>
          <a:xfrm rot="16200000">
            <a:off x="3484118" y="8390866"/>
            <a:ext cx="306099" cy="281106"/>
            <a:chOff x="-4415589" y="3334690"/>
            <a:chExt cx="733926" cy="49135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FD94651-0074-33B3-A809-F6148B7433DB}"/>
                </a:ext>
              </a:extLst>
            </p:cNvPr>
            <p:cNvSpPr/>
            <p:nvPr/>
          </p:nvSpPr>
          <p:spPr>
            <a:xfrm>
              <a:off x="-4415589" y="3334690"/>
              <a:ext cx="733926" cy="49135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화살표: 아래쪽 6">
              <a:extLst>
                <a:ext uri="{FF2B5EF4-FFF2-40B4-BE49-F238E27FC236}">
                  <a16:creationId xmlns:a16="http://schemas.microsoft.com/office/drawing/2014/main" id="{B022C9CE-0BFE-C498-0918-26CA44C18002}"/>
                </a:ext>
              </a:extLst>
            </p:cNvPr>
            <p:cNvSpPr/>
            <p:nvPr/>
          </p:nvSpPr>
          <p:spPr>
            <a:xfrm rot="10800000">
              <a:off x="-4193006" y="3448994"/>
              <a:ext cx="288759" cy="279859"/>
            </a:xfrm>
            <a:prstGeom prst="downArrow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" name="그래픽 8" descr="왕관 단색으로 채워진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A7B28DE-529D-E33F-9D2C-3E77611948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9101" y="2162726"/>
            <a:ext cx="396004" cy="396004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891D626-215C-A2CD-394A-9B0489D6FEBF}"/>
              </a:ext>
            </a:extLst>
          </p:cNvPr>
          <p:cNvSpPr/>
          <p:nvPr/>
        </p:nvSpPr>
        <p:spPr>
          <a:xfrm>
            <a:off x="4513345" y="1718943"/>
            <a:ext cx="1476877" cy="39407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 / 10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184AF67-052E-D230-BB01-F2B7E9E7FE02}"/>
              </a:ext>
            </a:extLst>
          </p:cNvPr>
          <p:cNvSpPr/>
          <p:nvPr/>
        </p:nvSpPr>
        <p:spPr>
          <a:xfrm>
            <a:off x="1103897" y="1221531"/>
            <a:ext cx="2891940" cy="3271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준성방</a:t>
            </a:r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F0C72AB-78BF-65A2-4416-7CB589E90CB1}"/>
              </a:ext>
            </a:extLst>
          </p:cNvPr>
          <p:cNvSpPr/>
          <p:nvPr/>
        </p:nvSpPr>
        <p:spPr>
          <a:xfrm>
            <a:off x="4581023" y="8169316"/>
            <a:ext cx="577516" cy="6037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+</a:t>
            </a:r>
            <a:endParaRPr lang="ko-KR" altLang="en-US" sz="36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D9DC1F6-661A-9333-FC0A-7A0738FC7A94}"/>
              </a:ext>
            </a:extLst>
          </p:cNvPr>
          <p:cNvSpPr/>
          <p:nvPr/>
        </p:nvSpPr>
        <p:spPr>
          <a:xfrm>
            <a:off x="5311941" y="8187057"/>
            <a:ext cx="577516" cy="6037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000" dirty="0"/>
              <a:t>-</a:t>
            </a:r>
            <a:endParaRPr lang="ko-KR" altLang="en-US" sz="4000" dirty="0"/>
          </a:p>
        </p:txBody>
      </p:sp>
      <p:pic>
        <p:nvPicPr>
          <p:cNvPr id="8" name="그래픽 7" descr="자물쇠 단색으로 채워진">
            <a:extLst>
              <a:ext uri="{FF2B5EF4-FFF2-40B4-BE49-F238E27FC236}">
                <a16:creationId xmlns:a16="http://schemas.microsoft.com/office/drawing/2014/main" id="{BF6B945B-9221-AF10-6381-DC3063D621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56774" y="1205943"/>
            <a:ext cx="378800" cy="378800"/>
          </a:xfrm>
          <a:prstGeom prst="rect">
            <a:avLst/>
          </a:prstGeom>
        </p:spPr>
      </p:pic>
      <p:pic>
        <p:nvPicPr>
          <p:cNvPr id="1026" name="Picture 2" descr="휴지통으로 보내기 - 무료 ui개 아이콘">
            <a:hlinkClick r:id="rId6" action="ppaction://hlinksldjump"/>
            <a:extLst>
              <a:ext uri="{FF2B5EF4-FFF2-40B4-BE49-F238E27FC236}">
                <a16:creationId xmlns:a16="http://schemas.microsoft.com/office/drawing/2014/main" id="{0EA48425-4636-EACF-DCBA-79C6C158B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8925" y="671201"/>
            <a:ext cx="461712" cy="461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3502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0C9BE-BAD5-03FA-DAED-1899AEE22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0866439-C748-A75A-39F2-5613B114B5BE}"/>
              </a:ext>
            </a:extLst>
          </p:cNvPr>
          <p:cNvSpPr/>
          <p:nvPr/>
        </p:nvSpPr>
        <p:spPr>
          <a:xfrm>
            <a:off x="592428" y="528034"/>
            <a:ext cx="5808372" cy="88349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8510570-7391-0FC4-099E-1A2698B69448}"/>
              </a:ext>
            </a:extLst>
          </p:cNvPr>
          <p:cNvSpPr/>
          <p:nvPr/>
        </p:nvSpPr>
        <p:spPr>
          <a:xfrm>
            <a:off x="4427621" y="1144580"/>
            <a:ext cx="1648326" cy="77828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성빈</a:t>
            </a:r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r>
              <a:rPr lang="ko-KR" altLang="en-US" dirty="0"/>
              <a:t>승혁</a:t>
            </a:r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r>
              <a:rPr lang="ko-KR" altLang="en-US" dirty="0" err="1"/>
              <a:t>두혁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C3383F1-E589-7219-1F8D-30E40FD15E53}"/>
              </a:ext>
            </a:extLst>
          </p:cNvPr>
          <p:cNvSpPr/>
          <p:nvPr/>
        </p:nvSpPr>
        <p:spPr>
          <a:xfrm>
            <a:off x="830179" y="925753"/>
            <a:ext cx="3356810" cy="80016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성빈님이</a:t>
            </a:r>
            <a:r>
              <a:rPr lang="ko-KR" altLang="en-US" dirty="0"/>
              <a:t> 입장했습니다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 err="1"/>
              <a:t>승혁님이</a:t>
            </a:r>
            <a:r>
              <a:rPr lang="ko-KR" altLang="en-US" dirty="0"/>
              <a:t> 입장했습니다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 err="1"/>
              <a:t>두혁님이</a:t>
            </a:r>
            <a:r>
              <a:rPr lang="ko-KR" altLang="en-US" dirty="0"/>
              <a:t> 입장했습니다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 err="1"/>
              <a:t>준성님이</a:t>
            </a:r>
            <a:r>
              <a:rPr lang="ko-KR" altLang="en-US" dirty="0"/>
              <a:t> 퇴장했습니다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 err="1"/>
              <a:t>성빈님으로</a:t>
            </a:r>
            <a:r>
              <a:rPr lang="ko-KR" altLang="en-US" dirty="0"/>
              <a:t> 방장이 변경되었습니다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0EC34F7-E02D-5991-8B6D-0F4E7997F04F}"/>
              </a:ext>
            </a:extLst>
          </p:cNvPr>
          <p:cNvSpPr/>
          <p:nvPr/>
        </p:nvSpPr>
        <p:spPr>
          <a:xfrm>
            <a:off x="4558464" y="1252869"/>
            <a:ext cx="1386640" cy="35778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참여자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306DED2-296C-CF79-C500-8A61251B25DD}"/>
              </a:ext>
            </a:extLst>
          </p:cNvPr>
          <p:cNvSpPr/>
          <p:nvPr/>
        </p:nvSpPr>
        <p:spPr>
          <a:xfrm>
            <a:off x="1103897" y="8252701"/>
            <a:ext cx="2809374" cy="49490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0A35FC5-3EE2-AA88-B1B5-54668E305B9E}"/>
              </a:ext>
            </a:extLst>
          </p:cNvPr>
          <p:cNvGrpSpPr/>
          <p:nvPr/>
        </p:nvGrpSpPr>
        <p:grpSpPr>
          <a:xfrm rot="16200000">
            <a:off x="3484118" y="8390866"/>
            <a:ext cx="306099" cy="281106"/>
            <a:chOff x="-4415589" y="3334690"/>
            <a:chExt cx="733926" cy="49135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2D5A66B-3465-4786-B4D8-03CE6682803D}"/>
                </a:ext>
              </a:extLst>
            </p:cNvPr>
            <p:cNvSpPr/>
            <p:nvPr/>
          </p:nvSpPr>
          <p:spPr>
            <a:xfrm>
              <a:off x="-4415589" y="3334690"/>
              <a:ext cx="733926" cy="49135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화살표: 아래쪽 6">
              <a:extLst>
                <a:ext uri="{FF2B5EF4-FFF2-40B4-BE49-F238E27FC236}">
                  <a16:creationId xmlns:a16="http://schemas.microsoft.com/office/drawing/2014/main" id="{AE61549F-4F6A-F8FF-9CEA-5097155F946F}"/>
                </a:ext>
              </a:extLst>
            </p:cNvPr>
            <p:cNvSpPr/>
            <p:nvPr/>
          </p:nvSpPr>
          <p:spPr>
            <a:xfrm rot="10800000">
              <a:off x="-4193006" y="3448994"/>
              <a:ext cx="288759" cy="279859"/>
            </a:xfrm>
            <a:prstGeom prst="downArrow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" name="그래픽 8" descr="왕관 단색으로 채워진">
            <a:extLst>
              <a:ext uri="{FF2B5EF4-FFF2-40B4-BE49-F238E27FC236}">
                <a16:creationId xmlns:a16="http://schemas.microsoft.com/office/drawing/2014/main" id="{79B31FCA-399F-A6E5-194C-CAE67AE23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9101" y="2162726"/>
            <a:ext cx="396004" cy="396004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7B958BA-AAFD-6AE8-C0F0-613999145B9D}"/>
              </a:ext>
            </a:extLst>
          </p:cNvPr>
          <p:cNvSpPr/>
          <p:nvPr/>
        </p:nvSpPr>
        <p:spPr>
          <a:xfrm>
            <a:off x="4513345" y="1718943"/>
            <a:ext cx="1476877" cy="39407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 / 10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7D62785-39B4-64E6-3792-803EFDF627BC}"/>
              </a:ext>
            </a:extLst>
          </p:cNvPr>
          <p:cNvSpPr/>
          <p:nvPr/>
        </p:nvSpPr>
        <p:spPr>
          <a:xfrm>
            <a:off x="1103897" y="1221531"/>
            <a:ext cx="2891940" cy="3271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준성방</a:t>
            </a:r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D8EB3FB-69F8-255B-7A68-63DF7D9A7C8E}"/>
              </a:ext>
            </a:extLst>
          </p:cNvPr>
          <p:cNvSpPr/>
          <p:nvPr/>
        </p:nvSpPr>
        <p:spPr>
          <a:xfrm>
            <a:off x="4581023" y="8169316"/>
            <a:ext cx="577516" cy="6037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+</a:t>
            </a:r>
            <a:endParaRPr lang="ko-KR" altLang="en-US" sz="36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8BE9EAE-1850-BD0A-DE07-427C6F1CDB28}"/>
              </a:ext>
            </a:extLst>
          </p:cNvPr>
          <p:cNvSpPr/>
          <p:nvPr/>
        </p:nvSpPr>
        <p:spPr>
          <a:xfrm>
            <a:off x="5311941" y="8187057"/>
            <a:ext cx="577516" cy="6037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000" dirty="0"/>
              <a:t>-</a:t>
            </a:r>
            <a:endParaRPr lang="ko-KR" altLang="en-US" sz="4000" dirty="0"/>
          </a:p>
        </p:txBody>
      </p:sp>
      <p:pic>
        <p:nvPicPr>
          <p:cNvPr id="8" name="그래픽 7" descr="자물쇠 단색으로 채워진">
            <a:extLst>
              <a:ext uri="{FF2B5EF4-FFF2-40B4-BE49-F238E27FC236}">
                <a16:creationId xmlns:a16="http://schemas.microsoft.com/office/drawing/2014/main" id="{A33B08FF-40D1-873D-8AEE-79213133B3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56774" y="1205943"/>
            <a:ext cx="378800" cy="378800"/>
          </a:xfrm>
          <a:prstGeom prst="rect">
            <a:avLst/>
          </a:prstGeom>
        </p:spPr>
      </p:pic>
      <p:pic>
        <p:nvPicPr>
          <p:cNvPr id="1026" name="Picture 2" descr="휴지통으로 보내기 - 무료 ui개 아이콘">
            <a:hlinkClick r:id="rId6" action="ppaction://hlinksldjump"/>
            <a:extLst>
              <a:ext uri="{FF2B5EF4-FFF2-40B4-BE49-F238E27FC236}">
                <a16:creationId xmlns:a16="http://schemas.microsoft.com/office/drawing/2014/main" id="{B1986024-1841-29BB-F829-33B6B596E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8925" y="671201"/>
            <a:ext cx="461712" cy="461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677F6F7-0665-1EF3-4CB8-03257CCA181F}"/>
              </a:ext>
            </a:extLst>
          </p:cNvPr>
          <p:cNvSpPr/>
          <p:nvPr/>
        </p:nvSpPr>
        <p:spPr>
          <a:xfrm>
            <a:off x="1020834" y="3159591"/>
            <a:ext cx="4868623" cy="2524273"/>
          </a:xfrm>
          <a:prstGeom prst="roundRect">
            <a:avLst/>
          </a:prstGeom>
          <a:solidFill>
            <a:schemeClr val="lt1">
              <a:alpha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1F7B787-E1CC-D751-4170-8C420BE1C06E}"/>
              </a:ext>
            </a:extLst>
          </p:cNvPr>
          <p:cNvSpPr/>
          <p:nvPr/>
        </p:nvSpPr>
        <p:spPr>
          <a:xfrm>
            <a:off x="1265026" y="3582809"/>
            <a:ext cx="4284075" cy="596682"/>
          </a:xfrm>
          <a:prstGeom prst="roundRect">
            <a:avLst/>
          </a:prstGeom>
          <a:solidFill>
            <a:schemeClr val="lt1">
              <a:alpha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r>
              <a:rPr lang="ko-KR" altLang="en-US" dirty="0">
                <a:solidFill>
                  <a:schemeClr val="bg2">
                    <a:lumMod val="75000"/>
                  </a:schemeClr>
                </a:solidFill>
              </a:rPr>
              <a:t>방장 위임</a:t>
            </a:r>
            <a:endParaRPr lang="en-US" altLang="ko-KR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endParaRPr lang="en-US" altLang="ko-KR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C7B3BDA7-B18D-328E-8DC3-DDC869DC346E}"/>
              </a:ext>
            </a:extLst>
          </p:cNvPr>
          <p:cNvSpPr/>
          <p:nvPr/>
        </p:nvSpPr>
        <p:spPr>
          <a:xfrm>
            <a:off x="2508584" y="5046984"/>
            <a:ext cx="810600" cy="555831"/>
          </a:xfrm>
          <a:prstGeom prst="roundRect">
            <a:avLst/>
          </a:prstGeom>
          <a:solidFill>
            <a:schemeClr val="lt1">
              <a:alpha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hlinkClick r:id="" action="ppaction://hlinkshowjump?jump=nextslide"/>
              </a:rPr>
              <a:t>예</a:t>
            </a:r>
            <a:endParaRPr lang="ko-KR" altLang="en-US" sz="1400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EB7EC61-066E-9AD6-FF24-7776D976FEF4}"/>
              </a:ext>
            </a:extLst>
          </p:cNvPr>
          <p:cNvSpPr/>
          <p:nvPr/>
        </p:nvSpPr>
        <p:spPr>
          <a:xfrm>
            <a:off x="3590537" y="5046984"/>
            <a:ext cx="810600" cy="555831"/>
          </a:xfrm>
          <a:prstGeom prst="roundRect">
            <a:avLst/>
          </a:prstGeom>
          <a:solidFill>
            <a:schemeClr val="lt1">
              <a:alpha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hlinkClick r:id="rId8" action="ppaction://hlinksldjump"/>
              </a:rPr>
              <a:t>아니오</a:t>
            </a:r>
            <a:endParaRPr lang="ko-KR" altLang="en-US" sz="1400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2E26FAF-73C3-6964-2CBE-52F2667A73AA}"/>
              </a:ext>
            </a:extLst>
          </p:cNvPr>
          <p:cNvSpPr/>
          <p:nvPr/>
        </p:nvSpPr>
        <p:spPr>
          <a:xfrm>
            <a:off x="1234092" y="4330500"/>
            <a:ext cx="4389816" cy="596682"/>
          </a:xfrm>
          <a:prstGeom prst="roundRect">
            <a:avLst/>
          </a:prstGeom>
          <a:solidFill>
            <a:schemeClr val="lt1">
              <a:alpha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r>
              <a:rPr lang="ko-KR" altLang="en-US" dirty="0">
                <a:solidFill>
                  <a:schemeClr val="bg2">
                    <a:lumMod val="75000"/>
                  </a:schemeClr>
                </a:solidFill>
              </a:rPr>
              <a:t>승혁</a:t>
            </a:r>
            <a:endParaRPr lang="en-US" altLang="ko-KR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endParaRPr lang="en-US" altLang="ko-KR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BD57089-8974-A47E-63AD-11A18EC4F08B}"/>
              </a:ext>
            </a:extLst>
          </p:cNvPr>
          <p:cNvGrpSpPr/>
          <p:nvPr/>
        </p:nvGrpSpPr>
        <p:grpSpPr>
          <a:xfrm rot="10800000">
            <a:off x="5012356" y="4471654"/>
            <a:ext cx="306099" cy="281106"/>
            <a:chOff x="-4415589" y="3334690"/>
            <a:chExt cx="733926" cy="491351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D3D721DD-6ACB-0184-A2D8-288B38D4CE42}"/>
                </a:ext>
              </a:extLst>
            </p:cNvPr>
            <p:cNvSpPr/>
            <p:nvPr/>
          </p:nvSpPr>
          <p:spPr>
            <a:xfrm>
              <a:off x="-4415589" y="3334690"/>
              <a:ext cx="733926" cy="49135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화살표: 아래쪽 23">
              <a:extLst>
                <a:ext uri="{FF2B5EF4-FFF2-40B4-BE49-F238E27FC236}">
                  <a16:creationId xmlns:a16="http://schemas.microsoft.com/office/drawing/2014/main" id="{F0311C9B-5B07-AE86-AEBD-28606AA1C200}"/>
                </a:ext>
              </a:extLst>
            </p:cNvPr>
            <p:cNvSpPr/>
            <p:nvPr/>
          </p:nvSpPr>
          <p:spPr>
            <a:xfrm rot="10800000">
              <a:off x="-4193006" y="3448994"/>
              <a:ext cx="288759" cy="279859"/>
            </a:xfrm>
            <a:prstGeom prst="downArrow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7869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F43AD-60F3-DCFE-EBA4-117A49CAF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6D5857F-3DCD-1EA5-8231-60A53BE3790D}"/>
              </a:ext>
            </a:extLst>
          </p:cNvPr>
          <p:cNvSpPr/>
          <p:nvPr/>
        </p:nvSpPr>
        <p:spPr>
          <a:xfrm>
            <a:off x="592428" y="528034"/>
            <a:ext cx="5808372" cy="88349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722E8C0-015B-4BE9-861B-BBED97DC7775}"/>
              </a:ext>
            </a:extLst>
          </p:cNvPr>
          <p:cNvSpPr/>
          <p:nvPr/>
        </p:nvSpPr>
        <p:spPr>
          <a:xfrm>
            <a:off x="4427621" y="1144580"/>
            <a:ext cx="1648326" cy="77828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승혁</a:t>
            </a:r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r>
              <a:rPr lang="ko-KR" altLang="en-US" dirty="0"/>
              <a:t>성빈</a:t>
            </a:r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r>
              <a:rPr lang="ko-KR" altLang="en-US" dirty="0" err="1"/>
              <a:t>두혁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F0019C0-3C24-6EFB-E36C-A31A61C6B689}"/>
              </a:ext>
            </a:extLst>
          </p:cNvPr>
          <p:cNvSpPr/>
          <p:nvPr/>
        </p:nvSpPr>
        <p:spPr>
          <a:xfrm>
            <a:off x="830179" y="925753"/>
            <a:ext cx="3356810" cy="80016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성빈님이</a:t>
            </a:r>
            <a:r>
              <a:rPr lang="ko-KR" altLang="en-US" dirty="0"/>
              <a:t> 입장했습니다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 err="1"/>
              <a:t>승혁님이</a:t>
            </a:r>
            <a:r>
              <a:rPr lang="ko-KR" altLang="en-US" dirty="0"/>
              <a:t> 입장했습니다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 err="1"/>
              <a:t>두혁님이</a:t>
            </a:r>
            <a:r>
              <a:rPr lang="ko-KR" altLang="en-US" dirty="0"/>
              <a:t> 입장했습니다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 err="1"/>
              <a:t>준성님이</a:t>
            </a:r>
            <a:r>
              <a:rPr lang="ko-KR" altLang="en-US" dirty="0"/>
              <a:t> 퇴장했습니다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 err="1"/>
              <a:t>성빈님으로</a:t>
            </a:r>
            <a:r>
              <a:rPr lang="ko-KR" altLang="en-US" dirty="0"/>
              <a:t> 방장이 변경되었습니다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 err="1"/>
              <a:t>승혁님으로</a:t>
            </a:r>
            <a:r>
              <a:rPr lang="ko-KR" altLang="en-US" dirty="0"/>
              <a:t> 방장이 변경되었습니다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614647D-98BC-87C4-3839-808B7A8B0F0A}"/>
              </a:ext>
            </a:extLst>
          </p:cNvPr>
          <p:cNvSpPr/>
          <p:nvPr/>
        </p:nvSpPr>
        <p:spPr>
          <a:xfrm>
            <a:off x="4558464" y="1252869"/>
            <a:ext cx="1386640" cy="35778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참여자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C119171-131E-253B-7A7E-BC684C78E03C}"/>
              </a:ext>
            </a:extLst>
          </p:cNvPr>
          <p:cNvSpPr/>
          <p:nvPr/>
        </p:nvSpPr>
        <p:spPr>
          <a:xfrm>
            <a:off x="1103897" y="8252701"/>
            <a:ext cx="2809374" cy="49490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3C5F90F-391A-6BDF-88A7-731387C53987}"/>
              </a:ext>
            </a:extLst>
          </p:cNvPr>
          <p:cNvGrpSpPr/>
          <p:nvPr/>
        </p:nvGrpSpPr>
        <p:grpSpPr>
          <a:xfrm rot="16200000">
            <a:off x="3484118" y="8390866"/>
            <a:ext cx="306099" cy="281106"/>
            <a:chOff x="-4415589" y="3334690"/>
            <a:chExt cx="733926" cy="49135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19BD667-DE06-7A3B-22A6-4ED7EE404766}"/>
                </a:ext>
              </a:extLst>
            </p:cNvPr>
            <p:cNvSpPr/>
            <p:nvPr/>
          </p:nvSpPr>
          <p:spPr>
            <a:xfrm>
              <a:off x="-4415589" y="3334690"/>
              <a:ext cx="733926" cy="49135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화살표: 아래쪽 6">
              <a:extLst>
                <a:ext uri="{FF2B5EF4-FFF2-40B4-BE49-F238E27FC236}">
                  <a16:creationId xmlns:a16="http://schemas.microsoft.com/office/drawing/2014/main" id="{54E2EE93-BB93-68B7-4C41-05759BFAD693}"/>
                </a:ext>
              </a:extLst>
            </p:cNvPr>
            <p:cNvSpPr/>
            <p:nvPr/>
          </p:nvSpPr>
          <p:spPr>
            <a:xfrm rot="10800000">
              <a:off x="-4193006" y="3448994"/>
              <a:ext cx="288759" cy="279859"/>
            </a:xfrm>
            <a:prstGeom prst="downArrow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" name="그래픽 8" descr="왕관 단색으로 채워진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CC41A38-5989-867A-D904-6342CF09A1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9101" y="2162726"/>
            <a:ext cx="396004" cy="396004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74BEC4F-FBD2-DE3D-6F26-7713D91177A0}"/>
              </a:ext>
            </a:extLst>
          </p:cNvPr>
          <p:cNvSpPr/>
          <p:nvPr/>
        </p:nvSpPr>
        <p:spPr>
          <a:xfrm>
            <a:off x="4513345" y="1718943"/>
            <a:ext cx="1476877" cy="39407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 / 10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B11C97D-7024-7E21-3BB2-5A3043C6FE71}"/>
              </a:ext>
            </a:extLst>
          </p:cNvPr>
          <p:cNvSpPr/>
          <p:nvPr/>
        </p:nvSpPr>
        <p:spPr>
          <a:xfrm>
            <a:off x="1103897" y="1221531"/>
            <a:ext cx="2891940" cy="3271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준성방</a:t>
            </a:r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D3839DD-BB39-F5E7-D8F6-2B61EF06CAEE}"/>
              </a:ext>
            </a:extLst>
          </p:cNvPr>
          <p:cNvSpPr/>
          <p:nvPr/>
        </p:nvSpPr>
        <p:spPr>
          <a:xfrm>
            <a:off x="4581023" y="8169316"/>
            <a:ext cx="577516" cy="6037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+</a:t>
            </a:r>
            <a:endParaRPr lang="ko-KR" altLang="en-US" sz="36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5960CCC-A086-E707-E3D1-BC67FF0342FA}"/>
              </a:ext>
            </a:extLst>
          </p:cNvPr>
          <p:cNvSpPr/>
          <p:nvPr/>
        </p:nvSpPr>
        <p:spPr>
          <a:xfrm>
            <a:off x="5311941" y="8187057"/>
            <a:ext cx="577516" cy="6037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000" dirty="0"/>
              <a:t>-</a:t>
            </a:r>
            <a:endParaRPr lang="ko-KR" altLang="en-US" sz="4000" dirty="0"/>
          </a:p>
        </p:txBody>
      </p:sp>
      <p:pic>
        <p:nvPicPr>
          <p:cNvPr id="8" name="그래픽 7" descr="자물쇠 단색으로 채워진">
            <a:extLst>
              <a:ext uri="{FF2B5EF4-FFF2-40B4-BE49-F238E27FC236}">
                <a16:creationId xmlns:a16="http://schemas.microsoft.com/office/drawing/2014/main" id="{E4E8C7D3-27A5-8320-FEE7-B472FBFB9E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56774" y="1205943"/>
            <a:ext cx="378800" cy="378800"/>
          </a:xfrm>
          <a:prstGeom prst="rect">
            <a:avLst/>
          </a:prstGeom>
        </p:spPr>
      </p:pic>
      <p:pic>
        <p:nvPicPr>
          <p:cNvPr id="1026" name="Picture 2" descr="휴지통으로 보내기 - 무료 ui개 아이콘">
            <a:hlinkClick r:id="rId6" action="ppaction://hlinksldjump"/>
            <a:extLst>
              <a:ext uri="{FF2B5EF4-FFF2-40B4-BE49-F238E27FC236}">
                <a16:creationId xmlns:a16="http://schemas.microsoft.com/office/drawing/2014/main" id="{F85F58CC-0FE4-0510-3594-E49C1B8F0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8925" y="671201"/>
            <a:ext cx="461712" cy="461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2975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B4FC5-A3AE-DD42-E782-468736723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A89A1E8-4071-5689-D1B7-D553337C5E2D}"/>
              </a:ext>
            </a:extLst>
          </p:cNvPr>
          <p:cNvSpPr/>
          <p:nvPr/>
        </p:nvSpPr>
        <p:spPr>
          <a:xfrm>
            <a:off x="592428" y="528034"/>
            <a:ext cx="5808372" cy="88349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14819B5-7D22-3385-4E17-1276BD556E41}"/>
              </a:ext>
            </a:extLst>
          </p:cNvPr>
          <p:cNvSpPr/>
          <p:nvPr/>
        </p:nvSpPr>
        <p:spPr>
          <a:xfrm>
            <a:off x="4427621" y="1144580"/>
            <a:ext cx="1648326" cy="77828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성빈</a:t>
            </a:r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r>
              <a:rPr lang="ko-KR" altLang="en-US" dirty="0"/>
              <a:t>승혁</a:t>
            </a:r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r>
              <a:rPr lang="ko-KR" altLang="en-US" dirty="0" err="1"/>
              <a:t>두혁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8BFB3BB-5345-F899-51A6-1E8C3F518AE6}"/>
              </a:ext>
            </a:extLst>
          </p:cNvPr>
          <p:cNvSpPr/>
          <p:nvPr/>
        </p:nvSpPr>
        <p:spPr>
          <a:xfrm>
            <a:off x="830179" y="925753"/>
            <a:ext cx="3356810" cy="80016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성빈님이</a:t>
            </a:r>
            <a:r>
              <a:rPr lang="ko-KR" altLang="en-US" dirty="0"/>
              <a:t> 입장했습니다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 err="1"/>
              <a:t>승혁님이</a:t>
            </a:r>
            <a:r>
              <a:rPr lang="ko-KR" altLang="en-US" dirty="0"/>
              <a:t> 입장했습니다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 err="1"/>
              <a:t>두혁님이</a:t>
            </a:r>
            <a:r>
              <a:rPr lang="ko-KR" altLang="en-US" dirty="0"/>
              <a:t> 입장했습니다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 err="1"/>
              <a:t>준성님이</a:t>
            </a:r>
            <a:r>
              <a:rPr lang="ko-KR" altLang="en-US" dirty="0"/>
              <a:t> 퇴장했습니다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 err="1"/>
              <a:t>성빈님으로</a:t>
            </a:r>
            <a:r>
              <a:rPr lang="ko-KR" altLang="en-US" dirty="0"/>
              <a:t> 방장이 변경되었습니다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D743F2D0-15DE-23B6-40A8-7044A4A4A610}"/>
              </a:ext>
            </a:extLst>
          </p:cNvPr>
          <p:cNvSpPr/>
          <p:nvPr/>
        </p:nvSpPr>
        <p:spPr>
          <a:xfrm>
            <a:off x="4558464" y="1252869"/>
            <a:ext cx="1386640" cy="35778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참여자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5D959FCD-6FA3-0793-082B-FCB287C16968}"/>
              </a:ext>
            </a:extLst>
          </p:cNvPr>
          <p:cNvSpPr/>
          <p:nvPr/>
        </p:nvSpPr>
        <p:spPr>
          <a:xfrm>
            <a:off x="1103897" y="8252701"/>
            <a:ext cx="2809374" cy="49490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DC6A21C-F92C-143E-3138-322CC66831C7}"/>
              </a:ext>
            </a:extLst>
          </p:cNvPr>
          <p:cNvGrpSpPr/>
          <p:nvPr/>
        </p:nvGrpSpPr>
        <p:grpSpPr>
          <a:xfrm rot="16200000">
            <a:off x="3484118" y="8390866"/>
            <a:ext cx="306099" cy="281106"/>
            <a:chOff x="-4415589" y="3334690"/>
            <a:chExt cx="733926" cy="49135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C22DF11-CA48-309C-EDCB-8E654513B63A}"/>
                </a:ext>
              </a:extLst>
            </p:cNvPr>
            <p:cNvSpPr/>
            <p:nvPr/>
          </p:nvSpPr>
          <p:spPr>
            <a:xfrm>
              <a:off x="-4415589" y="3334690"/>
              <a:ext cx="733926" cy="49135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화살표: 아래쪽 6">
              <a:extLst>
                <a:ext uri="{FF2B5EF4-FFF2-40B4-BE49-F238E27FC236}">
                  <a16:creationId xmlns:a16="http://schemas.microsoft.com/office/drawing/2014/main" id="{1F8830E7-BC33-B0CB-45F4-6BFD3FAE960F}"/>
                </a:ext>
              </a:extLst>
            </p:cNvPr>
            <p:cNvSpPr/>
            <p:nvPr/>
          </p:nvSpPr>
          <p:spPr>
            <a:xfrm rot="10800000">
              <a:off x="-4193006" y="3448994"/>
              <a:ext cx="288759" cy="279859"/>
            </a:xfrm>
            <a:prstGeom prst="downArrow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" name="그래픽 8" descr="왕관 단색으로 채워진">
            <a:extLst>
              <a:ext uri="{FF2B5EF4-FFF2-40B4-BE49-F238E27FC236}">
                <a16:creationId xmlns:a16="http://schemas.microsoft.com/office/drawing/2014/main" id="{9C936486-BF58-A9E6-C6B9-FD08F8707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9101" y="2162726"/>
            <a:ext cx="396004" cy="396004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B7CC83C-6209-BFAD-B129-C08CF157706A}"/>
              </a:ext>
            </a:extLst>
          </p:cNvPr>
          <p:cNvSpPr/>
          <p:nvPr/>
        </p:nvSpPr>
        <p:spPr>
          <a:xfrm>
            <a:off x="4513345" y="1718943"/>
            <a:ext cx="1476877" cy="39407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 / 10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5E620C2-8DD9-AFB9-BEE0-5EBA9C2D565E}"/>
              </a:ext>
            </a:extLst>
          </p:cNvPr>
          <p:cNvSpPr/>
          <p:nvPr/>
        </p:nvSpPr>
        <p:spPr>
          <a:xfrm>
            <a:off x="1103897" y="1221531"/>
            <a:ext cx="2891940" cy="3271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준성방</a:t>
            </a:r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39C7BB5-61ED-6139-05D8-FA7E02E2A1BA}"/>
              </a:ext>
            </a:extLst>
          </p:cNvPr>
          <p:cNvSpPr/>
          <p:nvPr/>
        </p:nvSpPr>
        <p:spPr>
          <a:xfrm>
            <a:off x="4581023" y="8169316"/>
            <a:ext cx="577516" cy="6037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+</a:t>
            </a:r>
            <a:endParaRPr lang="ko-KR" altLang="en-US" sz="36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673B39B-0DD6-A9D2-6004-DC7EE2E976BE}"/>
              </a:ext>
            </a:extLst>
          </p:cNvPr>
          <p:cNvSpPr/>
          <p:nvPr/>
        </p:nvSpPr>
        <p:spPr>
          <a:xfrm>
            <a:off x="5311941" y="8187057"/>
            <a:ext cx="577516" cy="6037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000" dirty="0"/>
              <a:t>-</a:t>
            </a:r>
            <a:endParaRPr lang="ko-KR" altLang="en-US" sz="4000" dirty="0"/>
          </a:p>
        </p:txBody>
      </p:sp>
      <p:pic>
        <p:nvPicPr>
          <p:cNvPr id="8" name="그래픽 7" descr="자물쇠 단색으로 채워진">
            <a:extLst>
              <a:ext uri="{FF2B5EF4-FFF2-40B4-BE49-F238E27FC236}">
                <a16:creationId xmlns:a16="http://schemas.microsoft.com/office/drawing/2014/main" id="{01C06364-1657-8021-4775-878A45D23A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56774" y="1205943"/>
            <a:ext cx="378800" cy="378800"/>
          </a:xfrm>
          <a:prstGeom prst="rect">
            <a:avLst/>
          </a:prstGeom>
        </p:spPr>
      </p:pic>
      <p:pic>
        <p:nvPicPr>
          <p:cNvPr id="1026" name="Picture 2" descr="휴지통으로 보내기 - 무료 ui개 아이콘">
            <a:extLst>
              <a:ext uri="{FF2B5EF4-FFF2-40B4-BE49-F238E27FC236}">
                <a16:creationId xmlns:a16="http://schemas.microsoft.com/office/drawing/2014/main" id="{7E91779C-B8EC-C7DB-7ED0-70CF44A334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8925" y="671201"/>
            <a:ext cx="461712" cy="461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C656A28-4669-961D-0AD2-34EA29286E24}"/>
              </a:ext>
            </a:extLst>
          </p:cNvPr>
          <p:cNvSpPr/>
          <p:nvPr/>
        </p:nvSpPr>
        <p:spPr>
          <a:xfrm>
            <a:off x="1020834" y="3159591"/>
            <a:ext cx="4868623" cy="2524273"/>
          </a:xfrm>
          <a:prstGeom prst="roundRect">
            <a:avLst/>
          </a:prstGeom>
          <a:solidFill>
            <a:schemeClr val="lt1">
              <a:alpha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BC6AA00-4B41-068F-EA4B-33D5C414954F}"/>
              </a:ext>
            </a:extLst>
          </p:cNvPr>
          <p:cNvSpPr/>
          <p:nvPr/>
        </p:nvSpPr>
        <p:spPr>
          <a:xfrm>
            <a:off x="1265026" y="3582809"/>
            <a:ext cx="4284075" cy="596682"/>
          </a:xfrm>
          <a:prstGeom prst="roundRect">
            <a:avLst/>
          </a:prstGeom>
          <a:solidFill>
            <a:schemeClr val="lt1">
              <a:alpha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r>
              <a:rPr lang="ko-KR" altLang="en-US" dirty="0">
                <a:solidFill>
                  <a:schemeClr val="bg2">
                    <a:lumMod val="75000"/>
                  </a:schemeClr>
                </a:solidFill>
              </a:rPr>
              <a:t>방을 </a:t>
            </a:r>
            <a:r>
              <a:rPr lang="ko-KR" altLang="en-US" dirty="0" err="1">
                <a:solidFill>
                  <a:schemeClr val="bg2">
                    <a:lumMod val="75000"/>
                  </a:schemeClr>
                </a:solidFill>
              </a:rPr>
              <a:t>지우시겠습니까</a:t>
            </a: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?</a:t>
            </a:r>
          </a:p>
          <a:p>
            <a:pPr algn="ctr"/>
            <a:endParaRPr lang="en-US" altLang="ko-KR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AE59BC7-DAD6-178A-0C5E-5B947A902D43}"/>
              </a:ext>
            </a:extLst>
          </p:cNvPr>
          <p:cNvSpPr/>
          <p:nvPr/>
        </p:nvSpPr>
        <p:spPr>
          <a:xfrm>
            <a:off x="2489239" y="4648675"/>
            <a:ext cx="810600" cy="555831"/>
          </a:xfrm>
          <a:prstGeom prst="roundRect">
            <a:avLst/>
          </a:prstGeom>
          <a:solidFill>
            <a:schemeClr val="lt1">
              <a:alpha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hlinkClick r:id="" action="ppaction://hlinkshowjump?jump=nextslide"/>
              </a:rPr>
              <a:t>예</a:t>
            </a:r>
            <a:endParaRPr lang="ko-KR" altLang="en-US" sz="1400" dirty="0"/>
          </a:p>
        </p:txBody>
      </p:sp>
      <p:sp>
        <p:nvSpPr>
          <p:cNvPr id="20" name="사각형: 둥근 모서리 19">
            <a:hlinkClick r:id="rId7" action="ppaction://hlinksldjump"/>
            <a:extLst>
              <a:ext uri="{FF2B5EF4-FFF2-40B4-BE49-F238E27FC236}">
                <a16:creationId xmlns:a16="http://schemas.microsoft.com/office/drawing/2014/main" id="{A77DFECB-C90F-1FBF-F44D-3DDD5F56D56C}"/>
              </a:ext>
            </a:extLst>
          </p:cNvPr>
          <p:cNvSpPr/>
          <p:nvPr/>
        </p:nvSpPr>
        <p:spPr>
          <a:xfrm>
            <a:off x="3590537" y="4667571"/>
            <a:ext cx="810600" cy="555831"/>
          </a:xfrm>
          <a:prstGeom prst="roundRect">
            <a:avLst/>
          </a:prstGeom>
          <a:solidFill>
            <a:schemeClr val="lt1">
              <a:alpha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hlinkClick r:id="rId7" action="ppaction://hlinksldjump"/>
              </a:rPr>
              <a:t>아니오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54744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7F13E-F074-E3A6-526B-A46E8AF42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AA9A7D4-8613-7C6E-D7B0-9424B2D76196}"/>
              </a:ext>
            </a:extLst>
          </p:cNvPr>
          <p:cNvSpPr/>
          <p:nvPr/>
        </p:nvSpPr>
        <p:spPr>
          <a:xfrm>
            <a:off x="592428" y="528034"/>
            <a:ext cx="5808372" cy="88349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4EB6752-B523-E3F4-CEAF-23DFC2DEBB03}"/>
              </a:ext>
            </a:extLst>
          </p:cNvPr>
          <p:cNvSpPr/>
          <p:nvPr/>
        </p:nvSpPr>
        <p:spPr>
          <a:xfrm>
            <a:off x="4427621" y="1144580"/>
            <a:ext cx="1648326" cy="77828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성빈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준성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 err="1"/>
              <a:t>두혁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>
                <a:hlinkClick r:id="" action="ppaction://hlinkshowjump?jump=nextslide"/>
              </a:rPr>
              <a:t>종두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4825699-CFDA-02DA-E809-9C08118D70A4}"/>
              </a:ext>
            </a:extLst>
          </p:cNvPr>
          <p:cNvSpPr/>
          <p:nvPr/>
        </p:nvSpPr>
        <p:spPr>
          <a:xfrm>
            <a:off x="830179" y="925754"/>
            <a:ext cx="3356810" cy="567890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CF532B8-AFB0-A13C-B334-4FB92BFCCB75}"/>
              </a:ext>
            </a:extLst>
          </p:cNvPr>
          <p:cNvSpPr/>
          <p:nvPr/>
        </p:nvSpPr>
        <p:spPr>
          <a:xfrm>
            <a:off x="848226" y="6943068"/>
            <a:ext cx="3356810" cy="20814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 err="1"/>
              <a:t>성빈님이</a:t>
            </a:r>
            <a:r>
              <a:rPr lang="ko-KR" altLang="en-US" dirty="0"/>
              <a:t> 대기실에 입장했습니다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3058B018-1BA1-C91E-C589-51E97BBB0552}"/>
              </a:ext>
            </a:extLst>
          </p:cNvPr>
          <p:cNvSpPr/>
          <p:nvPr/>
        </p:nvSpPr>
        <p:spPr>
          <a:xfrm>
            <a:off x="4558464" y="1252869"/>
            <a:ext cx="1386640" cy="35778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대기자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72F61AE-4016-0B86-A031-2FE2B604B7B8}"/>
              </a:ext>
            </a:extLst>
          </p:cNvPr>
          <p:cNvSpPr/>
          <p:nvPr/>
        </p:nvSpPr>
        <p:spPr>
          <a:xfrm>
            <a:off x="1046747" y="1323473"/>
            <a:ext cx="2911642" cy="55345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방 목록</a:t>
            </a:r>
          </a:p>
        </p:txBody>
      </p:sp>
      <p:pic>
        <p:nvPicPr>
          <p:cNvPr id="23" name="그래픽 22" descr="자물쇠 단색으로 채워진">
            <a:extLst>
              <a:ext uri="{FF2B5EF4-FFF2-40B4-BE49-F238E27FC236}">
                <a16:creationId xmlns:a16="http://schemas.microsoft.com/office/drawing/2014/main" id="{829BCD52-F8E9-185E-B933-0C6D01ED9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8921" y="2932398"/>
            <a:ext cx="457200" cy="457200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46F33C2-4900-DAC4-FC0D-32B6F281E949}"/>
              </a:ext>
            </a:extLst>
          </p:cNvPr>
          <p:cNvSpPr/>
          <p:nvPr/>
        </p:nvSpPr>
        <p:spPr>
          <a:xfrm>
            <a:off x="1046747" y="8698832"/>
            <a:ext cx="2809374" cy="228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49C48C6C-ECD3-BD83-58BB-A56D97809FD6}"/>
              </a:ext>
            </a:extLst>
          </p:cNvPr>
          <p:cNvGrpSpPr/>
          <p:nvPr/>
        </p:nvGrpSpPr>
        <p:grpSpPr>
          <a:xfrm rot="16200000">
            <a:off x="3474472" y="8667268"/>
            <a:ext cx="306099" cy="281106"/>
            <a:chOff x="-4415589" y="3334690"/>
            <a:chExt cx="733926" cy="491351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D9F94D5F-6F91-1F0F-531D-FA38E695F76D}"/>
                </a:ext>
              </a:extLst>
            </p:cNvPr>
            <p:cNvSpPr/>
            <p:nvPr/>
          </p:nvSpPr>
          <p:spPr>
            <a:xfrm>
              <a:off x="-4415589" y="3334690"/>
              <a:ext cx="733926" cy="49135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화살표: 아래쪽 25">
              <a:extLst>
                <a:ext uri="{FF2B5EF4-FFF2-40B4-BE49-F238E27FC236}">
                  <a16:creationId xmlns:a16="http://schemas.microsoft.com/office/drawing/2014/main" id="{DBB3CCD9-754A-2BEC-3F94-0E4F6A8D770E}"/>
                </a:ext>
              </a:extLst>
            </p:cNvPr>
            <p:cNvSpPr/>
            <p:nvPr/>
          </p:nvSpPr>
          <p:spPr>
            <a:xfrm rot="10800000">
              <a:off x="-4193006" y="3448994"/>
              <a:ext cx="288759" cy="279859"/>
            </a:xfrm>
            <a:prstGeom prst="downArrow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945F8E6-3991-4078-A282-3184B6887E11}"/>
              </a:ext>
            </a:extLst>
          </p:cNvPr>
          <p:cNvSpPr/>
          <p:nvPr/>
        </p:nvSpPr>
        <p:spPr>
          <a:xfrm>
            <a:off x="3374858" y="1419725"/>
            <a:ext cx="505326" cy="360947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+</a:t>
            </a:r>
            <a:endParaRPr lang="ko-KR" altLang="en-US" sz="28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E06243B-E895-82EC-62EF-1064A4C17880}"/>
              </a:ext>
            </a:extLst>
          </p:cNvPr>
          <p:cNvSpPr/>
          <p:nvPr/>
        </p:nvSpPr>
        <p:spPr>
          <a:xfrm>
            <a:off x="1070809" y="2999756"/>
            <a:ext cx="2887579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준성방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(1/10)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5687A6A-3061-5563-649C-728B492E3945}"/>
              </a:ext>
            </a:extLst>
          </p:cNvPr>
          <p:cNvGrpSpPr/>
          <p:nvPr/>
        </p:nvGrpSpPr>
        <p:grpSpPr>
          <a:xfrm>
            <a:off x="1046746" y="2215334"/>
            <a:ext cx="2911642" cy="553453"/>
            <a:chOff x="1039911" y="2870544"/>
            <a:chExt cx="2911642" cy="553453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1745AE28-8BB9-069A-FE22-D3195249FAA2}"/>
                </a:ext>
              </a:extLst>
            </p:cNvPr>
            <p:cNvSpPr/>
            <p:nvPr/>
          </p:nvSpPr>
          <p:spPr>
            <a:xfrm>
              <a:off x="1039911" y="2870544"/>
              <a:ext cx="2911642" cy="553453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두혁방</a:t>
              </a:r>
              <a:r>
                <a: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(1/3)</a:t>
              </a: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2" name="그래픽 11" descr="자물쇠 단색으로 채워진">
              <a:extLst>
                <a:ext uri="{FF2B5EF4-FFF2-40B4-BE49-F238E27FC236}">
                  <a16:creationId xmlns:a16="http://schemas.microsoft.com/office/drawing/2014/main" id="{5E127A96-0AB1-9ABC-777E-408F85973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74858" y="2892319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73359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5F27F-A254-155B-964E-16A0CA3F5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117F811-E9B1-9E25-5C8A-B513F8EC7BF3}"/>
              </a:ext>
            </a:extLst>
          </p:cNvPr>
          <p:cNvSpPr/>
          <p:nvPr/>
        </p:nvSpPr>
        <p:spPr>
          <a:xfrm>
            <a:off x="592428" y="528034"/>
            <a:ext cx="5808372" cy="88349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7530C16-A593-5419-76CF-E43D36D444BB}"/>
              </a:ext>
            </a:extLst>
          </p:cNvPr>
          <p:cNvSpPr/>
          <p:nvPr/>
        </p:nvSpPr>
        <p:spPr>
          <a:xfrm>
            <a:off x="4427621" y="1144580"/>
            <a:ext cx="1648326" cy="77828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성빈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준성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 err="1"/>
              <a:t>두혁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종두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54D6F08-BF40-AEFE-E577-A2FE4B693A3E}"/>
              </a:ext>
            </a:extLst>
          </p:cNvPr>
          <p:cNvSpPr/>
          <p:nvPr/>
        </p:nvSpPr>
        <p:spPr>
          <a:xfrm>
            <a:off x="830179" y="925754"/>
            <a:ext cx="3356810" cy="567890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C10A85D-0137-B169-6442-2CA82D6DFB35}"/>
              </a:ext>
            </a:extLst>
          </p:cNvPr>
          <p:cNvSpPr/>
          <p:nvPr/>
        </p:nvSpPr>
        <p:spPr>
          <a:xfrm>
            <a:off x="848226" y="6943068"/>
            <a:ext cx="3356810" cy="20814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 err="1"/>
              <a:t>성빈님이</a:t>
            </a:r>
            <a:r>
              <a:rPr lang="ko-KR" altLang="en-US" dirty="0"/>
              <a:t> 대기실에 입장했습니다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5DD9C49-E5B8-7666-C18C-94C7FD115D0D}"/>
              </a:ext>
            </a:extLst>
          </p:cNvPr>
          <p:cNvSpPr/>
          <p:nvPr/>
        </p:nvSpPr>
        <p:spPr>
          <a:xfrm>
            <a:off x="4558464" y="1252869"/>
            <a:ext cx="1386640" cy="35778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대기자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A30D09A-2633-3C58-7E60-C1FC46722DCB}"/>
              </a:ext>
            </a:extLst>
          </p:cNvPr>
          <p:cNvSpPr/>
          <p:nvPr/>
        </p:nvSpPr>
        <p:spPr>
          <a:xfrm>
            <a:off x="1046747" y="1323473"/>
            <a:ext cx="2911642" cy="55345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방 목록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6C8C4E0-CDA1-7E59-692F-3DB4B8DB9412}"/>
              </a:ext>
            </a:extLst>
          </p:cNvPr>
          <p:cNvSpPr/>
          <p:nvPr/>
        </p:nvSpPr>
        <p:spPr>
          <a:xfrm>
            <a:off x="1070810" y="2126536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E0D1A35-AADE-D1A7-E79B-B7B348985F3A}"/>
              </a:ext>
            </a:extLst>
          </p:cNvPr>
          <p:cNvSpPr/>
          <p:nvPr/>
        </p:nvSpPr>
        <p:spPr>
          <a:xfrm>
            <a:off x="1070810" y="2895541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D7028B4-8D1E-5653-1A0C-3766D120DD90}"/>
              </a:ext>
            </a:extLst>
          </p:cNvPr>
          <p:cNvSpPr/>
          <p:nvPr/>
        </p:nvSpPr>
        <p:spPr>
          <a:xfrm>
            <a:off x="1070809" y="3614552"/>
            <a:ext cx="2887579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5A0A29D-8B2E-ADEC-23B3-E68CE2BC7EA6}"/>
              </a:ext>
            </a:extLst>
          </p:cNvPr>
          <p:cNvSpPr/>
          <p:nvPr/>
        </p:nvSpPr>
        <p:spPr>
          <a:xfrm>
            <a:off x="1070810" y="4365598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90E1ACF-3425-175C-4F47-A620179ACEBD}"/>
              </a:ext>
            </a:extLst>
          </p:cNvPr>
          <p:cNvSpPr/>
          <p:nvPr/>
        </p:nvSpPr>
        <p:spPr>
          <a:xfrm>
            <a:off x="1046747" y="5084609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pic>
        <p:nvPicPr>
          <p:cNvPr id="23" name="그래픽 22" descr="자물쇠 단색으로 채워진">
            <a:extLst>
              <a:ext uri="{FF2B5EF4-FFF2-40B4-BE49-F238E27FC236}">
                <a16:creationId xmlns:a16="http://schemas.microsoft.com/office/drawing/2014/main" id="{98DA7BA4-7BEF-D1A1-30A5-8281516086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8921" y="2932398"/>
            <a:ext cx="457200" cy="457200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C24D59DE-84D4-D9DF-A030-B42DC75C01F1}"/>
              </a:ext>
            </a:extLst>
          </p:cNvPr>
          <p:cNvSpPr/>
          <p:nvPr/>
        </p:nvSpPr>
        <p:spPr>
          <a:xfrm>
            <a:off x="1046747" y="8698832"/>
            <a:ext cx="2809374" cy="228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30B05E5-B06C-B783-92D6-C735D6102EFC}"/>
              </a:ext>
            </a:extLst>
          </p:cNvPr>
          <p:cNvGrpSpPr/>
          <p:nvPr/>
        </p:nvGrpSpPr>
        <p:grpSpPr>
          <a:xfrm rot="16200000">
            <a:off x="3474472" y="8667268"/>
            <a:ext cx="306099" cy="281106"/>
            <a:chOff x="-4415589" y="3334690"/>
            <a:chExt cx="733926" cy="491351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50EA86E0-D9DE-4BF6-D116-03939A8BD722}"/>
                </a:ext>
              </a:extLst>
            </p:cNvPr>
            <p:cNvSpPr/>
            <p:nvPr/>
          </p:nvSpPr>
          <p:spPr>
            <a:xfrm>
              <a:off x="-4415589" y="3334690"/>
              <a:ext cx="733926" cy="49135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화살표: 아래쪽 25">
              <a:extLst>
                <a:ext uri="{FF2B5EF4-FFF2-40B4-BE49-F238E27FC236}">
                  <a16:creationId xmlns:a16="http://schemas.microsoft.com/office/drawing/2014/main" id="{7834EDF8-E069-173E-1E96-739355E55F72}"/>
                </a:ext>
              </a:extLst>
            </p:cNvPr>
            <p:cNvSpPr/>
            <p:nvPr/>
          </p:nvSpPr>
          <p:spPr>
            <a:xfrm rot="10800000">
              <a:off x="-4193006" y="3448994"/>
              <a:ext cx="288759" cy="279859"/>
            </a:xfrm>
            <a:prstGeom prst="downArrow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CCA3440-4C9A-3C43-2433-C3E75CC94A76}"/>
              </a:ext>
            </a:extLst>
          </p:cNvPr>
          <p:cNvSpPr/>
          <p:nvPr/>
        </p:nvSpPr>
        <p:spPr>
          <a:xfrm>
            <a:off x="3374858" y="1419725"/>
            <a:ext cx="505326" cy="360947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+</a:t>
            </a:r>
            <a:endParaRPr lang="ko-KR" altLang="en-US" sz="2800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5895D4C-8806-AD60-A1AC-BF353F75F4CF}"/>
              </a:ext>
            </a:extLst>
          </p:cNvPr>
          <p:cNvSpPr/>
          <p:nvPr/>
        </p:nvSpPr>
        <p:spPr>
          <a:xfrm>
            <a:off x="4082291" y="3687071"/>
            <a:ext cx="1169493" cy="1354490"/>
          </a:xfrm>
          <a:prstGeom prst="roundRect">
            <a:avLst/>
          </a:prstGeom>
          <a:solidFill>
            <a:schemeClr val="lt1">
              <a:alpha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D5BABB2-85E5-1DC7-2891-71A8ADC1A7D6}"/>
              </a:ext>
            </a:extLst>
          </p:cNvPr>
          <p:cNvSpPr/>
          <p:nvPr/>
        </p:nvSpPr>
        <p:spPr>
          <a:xfrm>
            <a:off x="4171718" y="3905366"/>
            <a:ext cx="990637" cy="437958"/>
          </a:xfrm>
          <a:prstGeom prst="roundRect">
            <a:avLst/>
          </a:prstGeom>
          <a:solidFill>
            <a:schemeClr val="lt1">
              <a:alpha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hlinkClick r:id="rId4" action="ppaction://hlinksldjump"/>
              </a:rPr>
              <a:t>귓속말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01041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ABEAA-BCC4-46CB-490D-8B6E55878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5BA264A-12C8-95DE-033E-98811E051462}"/>
              </a:ext>
            </a:extLst>
          </p:cNvPr>
          <p:cNvSpPr/>
          <p:nvPr/>
        </p:nvSpPr>
        <p:spPr>
          <a:xfrm>
            <a:off x="592428" y="528034"/>
            <a:ext cx="5808372" cy="88349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2865466-78AC-789A-6889-951F056AED6F}"/>
              </a:ext>
            </a:extLst>
          </p:cNvPr>
          <p:cNvSpPr/>
          <p:nvPr/>
        </p:nvSpPr>
        <p:spPr>
          <a:xfrm>
            <a:off x="4427621" y="1144580"/>
            <a:ext cx="1648326" cy="77828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성빈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준성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 err="1"/>
              <a:t>두혁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종두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95EC3F6-695B-1C2D-A791-E9AF8643AB32}"/>
              </a:ext>
            </a:extLst>
          </p:cNvPr>
          <p:cNvSpPr/>
          <p:nvPr/>
        </p:nvSpPr>
        <p:spPr>
          <a:xfrm>
            <a:off x="830179" y="925754"/>
            <a:ext cx="3356810" cy="567890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8E1670D-B743-EA88-971F-D7DDA542FDDA}"/>
              </a:ext>
            </a:extLst>
          </p:cNvPr>
          <p:cNvSpPr/>
          <p:nvPr/>
        </p:nvSpPr>
        <p:spPr>
          <a:xfrm>
            <a:off x="848226" y="6943068"/>
            <a:ext cx="3356810" cy="20814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 err="1"/>
              <a:t>성빈님이</a:t>
            </a:r>
            <a:r>
              <a:rPr lang="ko-KR" altLang="en-US" dirty="0"/>
              <a:t> 대기실에 입장했습니다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A110591-B312-6BB0-91FC-84B24DC23CF4}"/>
              </a:ext>
            </a:extLst>
          </p:cNvPr>
          <p:cNvSpPr/>
          <p:nvPr/>
        </p:nvSpPr>
        <p:spPr>
          <a:xfrm>
            <a:off x="4558464" y="1252869"/>
            <a:ext cx="1386640" cy="35778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대기자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B3C0286-2D77-5A32-C988-17AC8BC360BC}"/>
              </a:ext>
            </a:extLst>
          </p:cNvPr>
          <p:cNvSpPr/>
          <p:nvPr/>
        </p:nvSpPr>
        <p:spPr>
          <a:xfrm>
            <a:off x="1046747" y="1323473"/>
            <a:ext cx="2911642" cy="55345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방 목록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A242E68-7547-60C9-B2AC-7169E1D0FDBF}"/>
              </a:ext>
            </a:extLst>
          </p:cNvPr>
          <p:cNvSpPr/>
          <p:nvPr/>
        </p:nvSpPr>
        <p:spPr>
          <a:xfrm>
            <a:off x="1070810" y="2126536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5D71265-AA6F-D0C3-0CC2-1AFC5CB1EDF1}"/>
              </a:ext>
            </a:extLst>
          </p:cNvPr>
          <p:cNvSpPr/>
          <p:nvPr/>
        </p:nvSpPr>
        <p:spPr>
          <a:xfrm>
            <a:off x="1070810" y="2895541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BC96080-B1A8-FE01-8975-FE98611F6465}"/>
              </a:ext>
            </a:extLst>
          </p:cNvPr>
          <p:cNvSpPr/>
          <p:nvPr/>
        </p:nvSpPr>
        <p:spPr>
          <a:xfrm>
            <a:off x="1070809" y="3614552"/>
            <a:ext cx="2887579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091295A-4D40-40F5-5ECB-E62CCACA2AF0}"/>
              </a:ext>
            </a:extLst>
          </p:cNvPr>
          <p:cNvSpPr/>
          <p:nvPr/>
        </p:nvSpPr>
        <p:spPr>
          <a:xfrm>
            <a:off x="1070810" y="4365598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77A1D90-5C67-3C79-D17F-B8B4FB9BBE23}"/>
              </a:ext>
            </a:extLst>
          </p:cNvPr>
          <p:cNvSpPr/>
          <p:nvPr/>
        </p:nvSpPr>
        <p:spPr>
          <a:xfrm>
            <a:off x="1046747" y="5084609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pic>
        <p:nvPicPr>
          <p:cNvPr id="23" name="그래픽 22" descr="자물쇠 단색으로 채워진">
            <a:extLst>
              <a:ext uri="{FF2B5EF4-FFF2-40B4-BE49-F238E27FC236}">
                <a16:creationId xmlns:a16="http://schemas.microsoft.com/office/drawing/2014/main" id="{6A2650B9-DBED-E81C-DB55-A556D02800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8921" y="2932398"/>
            <a:ext cx="457200" cy="457200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416F839-02F3-244C-8BFA-A88D59E2BD8E}"/>
              </a:ext>
            </a:extLst>
          </p:cNvPr>
          <p:cNvSpPr/>
          <p:nvPr/>
        </p:nvSpPr>
        <p:spPr>
          <a:xfrm>
            <a:off x="1046747" y="8698832"/>
            <a:ext cx="2809374" cy="228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2AB9471-4669-F7E1-3872-3CCB3B897D99}"/>
              </a:ext>
            </a:extLst>
          </p:cNvPr>
          <p:cNvGrpSpPr/>
          <p:nvPr/>
        </p:nvGrpSpPr>
        <p:grpSpPr>
          <a:xfrm rot="16200000">
            <a:off x="3474472" y="8667268"/>
            <a:ext cx="306099" cy="281106"/>
            <a:chOff x="-4415589" y="3334690"/>
            <a:chExt cx="733926" cy="491351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56BF731-1A83-5B3F-1731-20316D4F6108}"/>
                </a:ext>
              </a:extLst>
            </p:cNvPr>
            <p:cNvSpPr/>
            <p:nvPr/>
          </p:nvSpPr>
          <p:spPr>
            <a:xfrm>
              <a:off x="-4415589" y="3334690"/>
              <a:ext cx="733926" cy="49135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화살표: 아래쪽 25">
              <a:extLst>
                <a:ext uri="{FF2B5EF4-FFF2-40B4-BE49-F238E27FC236}">
                  <a16:creationId xmlns:a16="http://schemas.microsoft.com/office/drawing/2014/main" id="{AC5880F0-C340-EB97-9608-BAAAEB31006D}"/>
                </a:ext>
              </a:extLst>
            </p:cNvPr>
            <p:cNvSpPr/>
            <p:nvPr/>
          </p:nvSpPr>
          <p:spPr>
            <a:xfrm rot="10800000">
              <a:off x="-4193006" y="3448994"/>
              <a:ext cx="288759" cy="279859"/>
            </a:xfrm>
            <a:prstGeom prst="downArrow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FBB4E6A-CEB0-F011-128B-FE8801A1EF37}"/>
              </a:ext>
            </a:extLst>
          </p:cNvPr>
          <p:cNvSpPr/>
          <p:nvPr/>
        </p:nvSpPr>
        <p:spPr>
          <a:xfrm>
            <a:off x="3374858" y="1419725"/>
            <a:ext cx="505326" cy="360947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+</a:t>
            </a:r>
            <a:endParaRPr lang="ko-KR" altLang="en-US" sz="2800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008486E-2EE2-842D-935C-B94E0DF3302F}"/>
              </a:ext>
            </a:extLst>
          </p:cNvPr>
          <p:cNvSpPr/>
          <p:nvPr/>
        </p:nvSpPr>
        <p:spPr>
          <a:xfrm>
            <a:off x="4082291" y="3687071"/>
            <a:ext cx="1169493" cy="1354490"/>
          </a:xfrm>
          <a:prstGeom prst="roundRect">
            <a:avLst/>
          </a:prstGeom>
          <a:solidFill>
            <a:schemeClr val="lt1">
              <a:alpha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C1AF450-D694-6AB1-BB10-A7ABFA557407}"/>
              </a:ext>
            </a:extLst>
          </p:cNvPr>
          <p:cNvSpPr/>
          <p:nvPr/>
        </p:nvSpPr>
        <p:spPr>
          <a:xfrm>
            <a:off x="4171718" y="3905366"/>
            <a:ext cx="990637" cy="437958"/>
          </a:xfrm>
          <a:prstGeom prst="roundRect">
            <a:avLst/>
          </a:prstGeom>
          <a:solidFill>
            <a:schemeClr val="lt1">
              <a:alpha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귓속말</a:t>
            </a:r>
            <a:endParaRPr lang="en-US" altLang="ko-KR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C81C38D-E9CD-A7DC-4590-77AD642C675A}"/>
              </a:ext>
            </a:extLst>
          </p:cNvPr>
          <p:cNvSpPr/>
          <p:nvPr/>
        </p:nvSpPr>
        <p:spPr>
          <a:xfrm>
            <a:off x="1020834" y="3159591"/>
            <a:ext cx="4868623" cy="2524273"/>
          </a:xfrm>
          <a:prstGeom prst="roundRect">
            <a:avLst/>
          </a:prstGeom>
          <a:solidFill>
            <a:schemeClr val="lt1">
              <a:alpha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264FD787-4ED4-83F9-CCA7-5E7D66577F9E}"/>
              </a:ext>
            </a:extLst>
          </p:cNvPr>
          <p:cNvGrpSpPr/>
          <p:nvPr/>
        </p:nvGrpSpPr>
        <p:grpSpPr>
          <a:xfrm>
            <a:off x="2633699" y="5177161"/>
            <a:ext cx="2809374" cy="306099"/>
            <a:chOff x="1837823" y="5171833"/>
            <a:chExt cx="2809374" cy="306099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891A14AF-9E18-2AFC-D2D1-4F64F7995E0F}"/>
                </a:ext>
              </a:extLst>
            </p:cNvPr>
            <p:cNvSpPr/>
            <p:nvPr/>
          </p:nvSpPr>
          <p:spPr>
            <a:xfrm>
              <a:off x="1837823" y="5215894"/>
              <a:ext cx="2809374" cy="22860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반갑습니다</a:t>
              </a:r>
              <a:r>
                <a:rPr lang="en-US" altLang="ko-KR" dirty="0"/>
                <a:t>.</a:t>
              </a:r>
              <a:endParaRPr lang="ko-KR" altLang="en-US" dirty="0"/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F88D5AF2-BD76-7B29-70C8-DDD01CA6836B}"/>
                </a:ext>
              </a:extLst>
            </p:cNvPr>
            <p:cNvGrpSpPr/>
            <p:nvPr/>
          </p:nvGrpSpPr>
          <p:grpSpPr>
            <a:xfrm rot="16200000">
              <a:off x="4265548" y="5184330"/>
              <a:ext cx="306099" cy="281106"/>
              <a:chOff x="-4415589" y="3334690"/>
              <a:chExt cx="733926" cy="491351"/>
            </a:xfrm>
          </p:grpSpPr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006B56A6-ABE9-71A8-3AAD-D9364DBAD51B}"/>
                  </a:ext>
                </a:extLst>
              </p:cNvPr>
              <p:cNvSpPr/>
              <p:nvPr/>
            </p:nvSpPr>
            <p:spPr>
              <a:xfrm>
                <a:off x="-4415589" y="3334690"/>
                <a:ext cx="733926" cy="491351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화살표: 아래쪽 12">
                <a:hlinkClick r:id="" action="ppaction://hlinkshowjump?jump=nextslide"/>
                <a:extLst>
                  <a:ext uri="{FF2B5EF4-FFF2-40B4-BE49-F238E27FC236}">
                    <a16:creationId xmlns:a16="http://schemas.microsoft.com/office/drawing/2014/main" id="{F6A59735-F06B-EAED-E651-416870F57E5A}"/>
                  </a:ext>
                </a:extLst>
              </p:cNvPr>
              <p:cNvSpPr/>
              <p:nvPr/>
            </p:nvSpPr>
            <p:spPr>
              <a:xfrm rot="10800000">
                <a:off x="-4231123" y="3439327"/>
                <a:ext cx="288759" cy="279860"/>
              </a:xfrm>
              <a:prstGeom prst="downArrow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83998A2-E94D-7096-43A2-F5E225F81C10}"/>
              </a:ext>
            </a:extLst>
          </p:cNvPr>
          <p:cNvSpPr/>
          <p:nvPr/>
        </p:nvSpPr>
        <p:spPr>
          <a:xfrm>
            <a:off x="1442434" y="3448994"/>
            <a:ext cx="4095481" cy="158398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577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87BED-A871-75F2-2967-307EF829A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397277F-921B-048C-0A75-140F20531D54}"/>
              </a:ext>
            </a:extLst>
          </p:cNvPr>
          <p:cNvSpPr/>
          <p:nvPr/>
        </p:nvSpPr>
        <p:spPr>
          <a:xfrm>
            <a:off x="592428" y="528034"/>
            <a:ext cx="5808372" cy="88349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38BEC07-53A2-3548-F8A3-414FCDE6D7E5}"/>
              </a:ext>
            </a:extLst>
          </p:cNvPr>
          <p:cNvSpPr/>
          <p:nvPr/>
        </p:nvSpPr>
        <p:spPr>
          <a:xfrm>
            <a:off x="4427621" y="1144580"/>
            <a:ext cx="1648326" cy="77828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성빈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준성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 err="1"/>
              <a:t>두혁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종두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447E8FF-6C17-DEFB-2F07-E5826014C521}"/>
              </a:ext>
            </a:extLst>
          </p:cNvPr>
          <p:cNvSpPr/>
          <p:nvPr/>
        </p:nvSpPr>
        <p:spPr>
          <a:xfrm>
            <a:off x="830179" y="925754"/>
            <a:ext cx="3356810" cy="567890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07AD3D8-A62D-0598-BB6D-C7B00B08B44A}"/>
              </a:ext>
            </a:extLst>
          </p:cNvPr>
          <p:cNvSpPr/>
          <p:nvPr/>
        </p:nvSpPr>
        <p:spPr>
          <a:xfrm>
            <a:off x="848226" y="6943068"/>
            <a:ext cx="3356810" cy="20814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 err="1"/>
              <a:t>성빈님이</a:t>
            </a:r>
            <a:r>
              <a:rPr lang="ko-KR" altLang="en-US" dirty="0"/>
              <a:t> 대기실에 입장했습니다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7EB8160-5B09-1A1E-DC19-2AE34FFF918B}"/>
              </a:ext>
            </a:extLst>
          </p:cNvPr>
          <p:cNvSpPr/>
          <p:nvPr/>
        </p:nvSpPr>
        <p:spPr>
          <a:xfrm>
            <a:off x="4558464" y="1252869"/>
            <a:ext cx="1386640" cy="35778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대기자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6C1E6F4-D8E6-2860-A457-25F21765E998}"/>
              </a:ext>
            </a:extLst>
          </p:cNvPr>
          <p:cNvSpPr/>
          <p:nvPr/>
        </p:nvSpPr>
        <p:spPr>
          <a:xfrm>
            <a:off x="1046747" y="1323473"/>
            <a:ext cx="2911642" cy="55345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방 목록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50FD635-9BB8-3BC3-3FEC-693BF2979580}"/>
              </a:ext>
            </a:extLst>
          </p:cNvPr>
          <p:cNvSpPr/>
          <p:nvPr/>
        </p:nvSpPr>
        <p:spPr>
          <a:xfrm>
            <a:off x="1070810" y="2126536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BA46D04-0164-C696-968C-52B62F1AA877}"/>
              </a:ext>
            </a:extLst>
          </p:cNvPr>
          <p:cNvSpPr/>
          <p:nvPr/>
        </p:nvSpPr>
        <p:spPr>
          <a:xfrm>
            <a:off x="1070810" y="2895541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89AA80F-9D15-1289-4D2B-6C9950C3A70C}"/>
              </a:ext>
            </a:extLst>
          </p:cNvPr>
          <p:cNvSpPr/>
          <p:nvPr/>
        </p:nvSpPr>
        <p:spPr>
          <a:xfrm>
            <a:off x="1070809" y="3614552"/>
            <a:ext cx="2887579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66E3563-EF81-79B6-E0EC-8E372796166A}"/>
              </a:ext>
            </a:extLst>
          </p:cNvPr>
          <p:cNvSpPr/>
          <p:nvPr/>
        </p:nvSpPr>
        <p:spPr>
          <a:xfrm>
            <a:off x="1070810" y="4365598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F40D8E6-A944-B60E-0DBE-D46FDF540900}"/>
              </a:ext>
            </a:extLst>
          </p:cNvPr>
          <p:cNvSpPr/>
          <p:nvPr/>
        </p:nvSpPr>
        <p:spPr>
          <a:xfrm>
            <a:off x="1046747" y="5084609"/>
            <a:ext cx="2911642" cy="5534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종두방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pic>
        <p:nvPicPr>
          <p:cNvPr id="23" name="그래픽 22" descr="자물쇠 단색으로 채워진">
            <a:extLst>
              <a:ext uri="{FF2B5EF4-FFF2-40B4-BE49-F238E27FC236}">
                <a16:creationId xmlns:a16="http://schemas.microsoft.com/office/drawing/2014/main" id="{5488C0A7-00A3-8194-DA18-6B62F22E4F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8921" y="2932398"/>
            <a:ext cx="457200" cy="457200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92E03D4-5902-FC9C-37EF-F0E94294237C}"/>
              </a:ext>
            </a:extLst>
          </p:cNvPr>
          <p:cNvSpPr/>
          <p:nvPr/>
        </p:nvSpPr>
        <p:spPr>
          <a:xfrm>
            <a:off x="1046747" y="8698832"/>
            <a:ext cx="2809374" cy="228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9C63AFF-E4F8-40EB-0A02-7BAC64EB3979}"/>
              </a:ext>
            </a:extLst>
          </p:cNvPr>
          <p:cNvGrpSpPr/>
          <p:nvPr/>
        </p:nvGrpSpPr>
        <p:grpSpPr>
          <a:xfrm rot="16200000">
            <a:off x="3474472" y="8667268"/>
            <a:ext cx="306099" cy="281106"/>
            <a:chOff x="-4415589" y="3334690"/>
            <a:chExt cx="733926" cy="491351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AD70FB5F-8D7A-5B86-03E7-BCD707FF6AA3}"/>
                </a:ext>
              </a:extLst>
            </p:cNvPr>
            <p:cNvSpPr/>
            <p:nvPr/>
          </p:nvSpPr>
          <p:spPr>
            <a:xfrm>
              <a:off x="-4415589" y="3334690"/>
              <a:ext cx="733926" cy="49135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화살표: 아래쪽 25">
              <a:extLst>
                <a:ext uri="{FF2B5EF4-FFF2-40B4-BE49-F238E27FC236}">
                  <a16:creationId xmlns:a16="http://schemas.microsoft.com/office/drawing/2014/main" id="{C86B8A30-3543-BFF6-4519-A6D16AB49122}"/>
                </a:ext>
              </a:extLst>
            </p:cNvPr>
            <p:cNvSpPr/>
            <p:nvPr/>
          </p:nvSpPr>
          <p:spPr>
            <a:xfrm rot="10800000">
              <a:off x="-4193006" y="3448994"/>
              <a:ext cx="288759" cy="279859"/>
            </a:xfrm>
            <a:prstGeom prst="downArrow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BCDA383-2904-69DE-6A09-8E40123A6E5F}"/>
              </a:ext>
            </a:extLst>
          </p:cNvPr>
          <p:cNvSpPr/>
          <p:nvPr/>
        </p:nvSpPr>
        <p:spPr>
          <a:xfrm>
            <a:off x="3374858" y="1419725"/>
            <a:ext cx="505326" cy="360947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+</a:t>
            </a:r>
            <a:endParaRPr lang="ko-KR" altLang="en-US" sz="2800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39E2DB5-7B51-F1BB-CA69-D27272D3BBA0}"/>
              </a:ext>
            </a:extLst>
          </p:cNvPr>
          <p:cNvSpPr/>
          <p:nvPr/>
        </p:nvSpPr>
        <p:spPr>
          <a:xfrm>
            <a:off x="4082291" y="3687071"/>
            <a:ext cx="1169493" cy="1354490"/>
          </a:xfrm>
          <a:prstGeom prst="roundRect">
            <a:avLst/>
          </a:prstGeom>
          <a:solidFill>
            <a:schemeClr val="lt1">
              <a:alpha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430841A-4715-D830-5BCF-2AD8AB0582C3}"/>
              </a:ext>
            </a:extLst>
          </p:cNvPr>
          <p:cNvSpPr/>
          <p:nvPr/>
        </p:nvSpPr>
        <p:spPr>
          <a:xfrm>
            <a:off x="4171718" y="3905366"/>
            <a:ext cx="990637" cy="437958"/>
          </a:xfrm>
          <a:prstGeom prst="roundRect">
            <a:avLst/>
          </a:prstGeom>
          <a:solidFill>
            <a:schemeClr val="lt1">
              <a:alpha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귓속말</a:t>
            </a:r>
            <a:endParaRPr lang="en-US" altLang="ko-KR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51961C6-07A3-3D51-A3C8-7BA206FAAA28}"/>
              </a:ext>
            </a:extLst>
          </p:cNvPr>
          <p:cNvSpPr/>
          <p:nvPr/>
        </p:nvSpPr>
        <p:spPr>
          <a:xfrm>
            <a:off x="1020834" y="3159591"/>
            <a:ext cx="4868623" cy="2524273"/>
          </a:xfrm>
          <a:prstGeom prst="roundRect">
            <a:avLst/>
          </a:prstGeom>
          <a:solidFill>
            <a:schemeClr val="lt1">
              <a:alpha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7E29A4A-656E-3452-F94E-0739F11CCFB8}"/>
              </a:ext>
            </a:extLst>
          </p:cNvPr>
          <p:cNvGrpSpPr/>
          <p:nvPr/>
        </p:nvGrpSpPr>
        <p:grpSpPr>
          <a:xfrm>
            <a:off x="2642245" y="5177161"/>
            <a:ext cx="2809374" cy="306099"/>
            <a:chOff x="1846369" y="5171833"/>
            <a:chExt cx="2809374" cy="306099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7D0F03C2-86E5-3BC7-6682-B4C56B291ACC}"/>
                </a:ext>
              </a:extLst>
            </p:cNvPr>
            <p:cNvSpPr/>
            <p:nvPr/>
          </p:nvSpPr>
          <p:spPr>
            <a:xfrm>
              <a:off x="1846369" y="5215894"/>
              <a:ext cx="2809374" cy="22860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B8673921-8D31-9D68-B390-B4ED104475E2}"/>
                </a:ext>
              </a:extLst>
            </p:cNvPr>
            <p:cNvGrpSpPr/>
            <p:nvPr/>
          </p:nvGrpSpPr>
          <p:grpSpPr>
            <a:xfrm rot="16200000">
              <a:off x="4265548" y="5184330"/>
              <a:ext cx="306099" cy="281106"/>
              <a:chOff x="-4415589" y="3334690"/>
              <a:chExt cx="733926" cy="491351"/>
            </a:xfrm>
          </p:grpSpPr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91365773-5909-C434-55B3-17A646761648}"/>
                  </a:ext>
                </a:extLst>
              </p:cNvPr>
              <p:cNvSpPr/>
              <p:nvPr/>
            </p:nvSpPr>
            <p:spPr>
              <a:xfrm>
                <a:off x="-4415589" y="3334690"/>
                <a:ext cx="733926" cy="491351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화살표: 아래쪽 12">
                <a:extLst>
                  <a:ext uri="{FF2B5EF4-FFF2-40B4-BE49-F238E27FC236}">
                    <a16:creationId xmlns:a16="http://schemas.microsoft.com/office/drawing/2014/main" id="{D2B01738-E565-5944-4EC5-588DC7113C58}"/>
                  </a:ext>
                </a:extLst>
              </p:cNvPr>
              <p:cNvSpPr/>
              <p:nvPr/>
            </p:nvSpPr>
            <p:spPr>
              <a:xfrm rot="10800000">
                <a:off x="-4193006" y="3448994"/>
                <a:ext cx="288759" cy="279859"/>
              </a:xfrm>
              <a:prstGeom prst="downArrow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B450B1D-A536-238E-8AE8-E1732A81FCF4}"/>
              </a:ext>
            </a:extLst>
          </p:cNvPr>
          <p:cNvSpPr/>
          <p:nvPr/>
        </p:nvSpPr>
        <p:spPr>
          <a:xfrm>
            <a:off x="1208655" y="3492375"/>
            <a:ext cx="4242964" cy="158398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성빈</a:t>
            </a:r>
            <a:r>
              <a:rPr lang="en-US" altLang="ko-KR" dirty="0"/>
              <a:t>: </a:t>
            </a:r>
            <a:r>
              <a:rPr lang="ko-KR" altLang="en-US" dirty="0"/>
              <a:t>반갑습니다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7227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154</TotalTime>
  <Words>666</Words>
  <Application>Microsoft Office PowerPoint</Application>
  <PresentationFormat>A4 용지(210x297mm)</PresentationFormat>
  <Paragraphs>1151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GGG</dc:creator>
  <cp:lastModifiedBy>GGG</cp:lastModifiedBy>
  <cp:revision>5</cp:revision>
  <dcterms:created xsi:type="dcterms:W3CDTF">2025-11-26T06:18:03Z</dcterms:created>
  <dcterms:modified xsi:type="dcterms:W3CDTF">2025-11-27T05:24:02Z</dcterms:modified>
</cp:coreProperties>
</file>