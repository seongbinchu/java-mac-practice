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3" r:id="rId2"/>
    <p:sldId id="308" r:id="rId3"/>
    <p:sldId id="318" r:id="rId4"/>
    <p:sldId id="309" r:id="rId5"/>
    <p:sldId id="319" r:id="rId6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F82"/>
    <a:srgbClr val="292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353"/>
    <p:restoredTop sz="94694"/>
  </p:normalViewPr>
  <p:slideViewPr>
    <p:cSldViewPr snapToGrid="0">
      <p:cViewPr varScale="1">
        <p:scale>
          <a:sx n="48" d="100"/>
          <a:sy n="48" d="100"/>
        </p:scale>
        <p:origin x="42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7C26D-D9C7-1C4A-82ED-6C6CFFE2F0E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AFE9E-5BDA-5B46-8D42-64A5ACD5620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953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921D-86E5-3055-F1E1-4381CB33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8F2309-8C51-715F-8CD6-3D843FD49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836128-9A4B-165D-5529-F5A9FBE73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E85AFC-1C24-812F-169C-F0A570A75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7693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AFDA-BFAB-B65F-14A4-AD34D58D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E6A08-B60F-0E41-D64C-54F41CF5C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A22700-6C79-A557-D1C4-901CD78AE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EE41AC-45B2-DC6A-3D20-632E36FD9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02691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9E26-320A-29C2-8160-EB36CE27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5C4D66-EDAA-A5F9-FB9A-4CD457B1B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F77C3C-A9DC-BB92-40E4-EA8109BCA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D7B61-F630-4AB0-4F87-5EDD21EF5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81295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1184-C583-A8DF-CE74-856D765F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7E657F-C9CB-F691-2FC0-AAE83F737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928D96-ABF9-F5CA-B03A-BA74BBD32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0B561-FA4B-99FA-C5B8-B988A261D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2AFE9E-5BDA-5B46-8D42-64A5ACD5620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143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4F09E-9BA2-354A-78DB-D1DF88D72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730D69-3BD2-B88B-E66B-631B8583A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593684-9AAB-0F4F-F832-F97A4B57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6CC117-188A-FE86-977E-0B43A2BE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E3AA7-C346-C386-4CC7-C81F9E33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2817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3BAE3-92B9-D8CC-6322-1B74E542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589EE-C4A1-2933-657E-6AB386B0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02513-491E-F203-61DA-09470A1D8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EB1858-8B2D-4478-251F-24D672E5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D0AD5-EBDD-56EB-13A9-E358A5FB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072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AB4888-C7E6-3463-034E-00046AB9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D5B8E-E004-A2B8-F195-D9BDF7AF8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8AA29B-A750-AB4F-3C51-F860C44F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3247D-913E-2759-415F-B6CCB348F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3E1FA-E6A2-8D98-17FD-D5B08C9F5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147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804A8-8445-B20E-D464-7BDC963E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925C06-BD9A-DC24-F3AD-A78A50E17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A2FD9B-0754-BE54-B624-7C4B6F2FD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B467E0-580F-9D87-2C50-59D02BBF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FFBD0-2D9A-0878-3A45-221D2292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D10055-27D9-627F-5563-F6181145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383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A3AA1-DF21-6A8C-F8C9-749265E5C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99B456-7801-D0BF-B6BA-CFF344312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BC1F7E-7879-E81D-3892-AE740D48F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21AD84-01AE-A33A-2085-00BAC26A1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EA264E-6CC0-B1D8-51F2-B75801343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AE77B4-EBED-7BA9-24D3-051A3866B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F8E325-C03E-B530-ABEC-F5703543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021440-A50F-78BF-9702-1AA863D9D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6748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6C09D-0A4C-0E6E-261F-43970EB5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D602F9-9BDC-D1DC-0F89-EC47CE80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EE65E2-0102-5F2E-8CC4-730E9942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788223-BCC9-66D6-63C9-0430B1FA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865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8EC142-26B9-EA99-67FE-A4C8322F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D2A838-AE53-9025-349C-0139D1C9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60E1F2-0F89-635C-2B47-1E3CCFE8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7526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84816-54AB-8354-5328-6961CEA7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151772-3CF9-E67E-9DC5-98B475F11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2E422-E501-6B27-C0C2-ADBC09EE9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784206-CAA6-29C4-3668-4C39B00E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1A7E11-A5F6-D50D-85C9-BF9B845A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D0A387-F454-76F5-0A51-F4061B47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2214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0F00-631F-076D-8690-B7D0274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C58239-C65F-E47B-BBD8-0A81D76BE8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F679CA-C085-B279-0DF0-CEE2C0597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C9E383-1059-F4A7-007E-FDE3C168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C10A97-C07A-A580-208B-5E925923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246C67-4202-C950-BFCD-B30AC947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951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CF10C-179D-52FC-9A14-7D04032A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E6604E-9F3C-9DF9-2786-771771CF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3C51F4-836F-F97C-AE9B-725E09E3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89FBB-A4C6-3CF3-52D0-6530782D4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53AEF2-195A-0360-DBD5-AF7041B2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4835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723EC5-D21A-1AC3-10BA-9ECD3E5FF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02996C-DCB4-A754-DBBD-973DFAD9E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44FC7-F407-4854-10B5-4872D6F4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83CE4F-6251-7FE3-C63E-2727C126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1DDB6C-5D5B-2ECC-FD4D-A7F2D15C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4649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5FF751-E9FA-1818-C4C6-D1D0C2DB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89742F-4213-1541-DFD2-146C24838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7CF9E-659F-25D5-FC60-0EED9A59D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5D903-C11E-7040-8DF7-6FA4B6F37E95}" type="datetimeFigureOut">
              <a:rPr kumimoji="1" lang="ko-Kore-KR" altLang="en-US" smtClean="0"/>
              <a:t>12/24/2025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B5B00-D656-CA26-855B-AA2288585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5BA0C4-DAA2-E77B-71ED-25EB4CE3D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E1C81-B6D1-6449-94AE-92149A3137D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3887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AD0AAE-2DA7-87B7-A7EB-B01C2B1E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860E44-0A46-B6E5-CD7B-DC98D26A9B0F}"/>
              </a:ext>
            </a:extLst>
          </p:cNvPr>
          <p:cNvSpPr txBox="1"/>
          <p:nvPr/>
        </p:nvSpPr>
        <p:spPr>
          <a:xfrm>
            <a:off x="641180" y="2744692"/>
            <a:ext cx="10909640" cy="1669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 err="1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Hreflection</a:t>
            </a:r>
            <a:endParaRPr lang="en-US" altLang="ko-Kore-KR" sz="6600" dirty="0">
              <a:ln w="12700">
                <a:prstDash val="solid"/>
                <a:round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IOC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SQL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ln w="12700">
                  <a:prstDash val="solid"/>
                  <a:round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By bin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079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C7501-B149-0D65-7734-57B5372D5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45AE5EF-3148-9E91-B941-EF55E09A9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3B0AC-DD53-AA8F-7977-A2FF346BB9E3}"/>
              </a:ext>
            </a:extLst>
          </p:cNvPr>
          <p:cNvSpPr txBox="1"/>
          <p:nvPr/>
        </p:nvSpPr>
        <p:spPr>
          <a:xfrm>
            <a:off x="638881" y="2283014"/>
            <a:ext cx="10909640" cy="3365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import reflect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코드보다 자동화가 목적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클래스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[ </a:t>
            </a:r>
            <a:r>
              <a:rPr lang="en-US" altLang="ko-KR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Class.forName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(full package)]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클래스 정보를 담은 클래스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같은 타입에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객체 오직 하나 존재한다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9A0741B0-1638-EC28-3FBA-3B8E81E60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8859D-7FD1-A5A6-6F01-8B410D0C20B5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67836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D13F4-3D31-F826-02B4-323035E8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54B5B-05CA-57DE-4221-4018FEB2A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0C886-24CD-8BC6-8D38-D1C4887BF40C}"/>
              </a:ext>
            </a:extLst>
          </p:cNvPr>
          <p:cNvSpPr txBox="1"/>
          <p:nvPr/>
        </p:nvSpPr>
        <p:spPr>
          <a:xfrm>
            <a:off x="638881" y="2283014"/>
            <a:ext cx="10909640" cy="3365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Heap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에는 멤버변수 값만 올라가고 나머지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객체에 저장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457200" indent="-4572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ko-KR" altLang="en-US" sz="31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문자열 기반으로 클래스 정보 얻어낼 수 있다</a:t>
            </a:r>
            <a:r>
              <a:rPr lang="en-US" altLang="ko-KR" sz="31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457200" indent="-4572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Symbol" panose="05050102010706020507" pitchFamily="18" charset="2"/>
              <a:buChar char="Þ"/>
            </a:pPr>
            <a:r>
              <a:rPr lang="ko-KR" altLang="en-US" sz="31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상속받은 메소드들은 물리적으로 존재하지 않는다</a:t>
            </a:r>
            <a:endParaRPr lang="en-US" altLang="ko-KR" sz="3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F50735ED-B915-B6A5-4E3C-761C8D576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4EC325-F4D7-1060-13AD-13DF1507AB62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 err="1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reflectione</a:t>
            </a:r>
            <a:endParaRPr lang="en-US" altLang="ko-Kore-KR" sz="66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478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39E97-6298-6AB3-FBC6-F483B1C6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FB3B9C4-2631-E062-07C8-7D4D3EF96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868AC-22BE-9976-3183-6FF3CAB372FF}"/>
              </a:ext>
            </a:extLst>
          </p:cNvPr>
          <p:cNvSpPr txBox="1"/>
          <p:nvPr/>
        </p:nvSpPr>
        <p:spPr>
          <a:xfrm>
            <a:off x="638881" y="2283014"/>
            <a:ext cx="10909640" cy="3365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Inversion Of Control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제어의 역전 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우리가 만든 코드가 프레임워크의 형태에 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따라 제어되고 실행됨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프레임워크 형태가 정해져 있는 것이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장점이자 단점</a:t>
            </a:r>
            <a:endParaRPr lang="en-US" altLang="ko-KR" sz="3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85634204-E4EC-758B-78F1-F4E2DF14C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41DD5-0E7E-8681-0CD9-C6BD41AFC3C2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IOC</a:t>
            </a:r>
          </a:p>
        </p:txBody>
      </p:sp>
    </p:spTree>
    <p:extLst>
      <p:ext uri="{BB962C8B-B14F-4D97-AF65-F5344CB8AC3E}">
        <p14:creationId xmlns:p14="http://schemas.microsoft.com/office/powerpoint/2010/main" val="414613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B5E8D-C50E-88B3-1B63-12649636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F84D7DC-8985-94C7-548A-48CDBC58A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58A05-5403-A406-FCF2-49166875EB85}"/>
              </a:ext>
            </a:extLst>
          </p:cNvPr>
          <p:cNvSpPr txBox="1"/>
          <p:nvPr/>
        </p:nvSpPr>
        <p:spPr>
          <a:xfrm>
            <a:off x="638881" y="2283014"/>
            <a:ext cx="10909640" cy="3365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5715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n"/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% : 0 ~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무한대 </a:t>
            </a:r>
            <a:endParaRPr lang="en-US" altLang="ko-KR" sz="40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marL="571500" indent="-5715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a% : a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로 시작하는 모든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…</a:t>
            </a:r>
          </a:p>
          <a:p>
            <a:pPr marL="571500" indent="-57150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-"/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%a% : a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가 들어가는 모든 </a:t>
            </a: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…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 </a:t>
            </a:r>
          </a:p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-- _ :  _ 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가 글자 </a:t>
            </a:r>
            <a:r>
              <a:rPr lang="ko-KR" alt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한개</a:t>
            </a:r>
            <a:r>
              <a:rPr lang="ko-KR" alt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endParaRPr lang="en-US" altLang="ko-KR" sz="31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2EA7EB8-C933-1D2F-4F48-70600F128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4CCC8-5B3C-C49B-4BBD-6E2773E48A2B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ore-KR" sz="66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wild card ( % , _ )</a:t>
            </a:r>
          </a:p>
        </p:txBody>
      </p:sp>
    </p:spTree>
    <p:extLst>
      <p:ext uri="{BB962C8B-B14F-4D97-AF65-F5344CB8AC3E}">
        <p14:creationId xmlns:p14="http://schemas.microsoft.com/office/powerpoint/2010/main" val="313679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117</Words>
  <Application>Microsoft Office PowerPoint</Application>
  <PresentationFormat>와이드스크린</PresentationFormat>
  <Paragraphs>31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추성빈</dc:creator>
  <cp:lastModifiedBy>GGG</cp:lastModifiedBy>
  <cp:revision>12</cp:revision>
  <dcterms:created xsi:type="dcterms:W3CDTF">2025-11-11T12:44:05Z</dcterms:created>
  <dcterms:modified xsi:type="dcterms:W3CDTF">2025-12-23T23:50:07Z</dcterms:modified>
</cp:coreProperties>
</file>